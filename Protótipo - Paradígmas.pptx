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unito Bold" charset="1" panose="00000000000000000000"/>
      <p:regular r:id="rId16"/>
    </p:embeddedFont>
    <p:embeddedFont>
      <p:font typeface="Nunito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54156" y="-325667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456305" y="2052548"/>
            <a:ext cx="9375390" cy="6572024"/>
            <a:chOff x="0" y="0"/>
            <a:chExt cx="2469238" cy="1730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69238" cy="1730903"/>
            </a:xfrm>
            <a:custGeom>
              <a:avLst/>
              <a:gdLst/>
              <a:ahLst/>
              <a:cxnLst/>
              <a:rect r="r" b="b" t="t" l="l"/>
              <a:pathLst>
                <a:path h="1730903" w="2469238">
                  <a:moveTo>
                    <a:pt x="42114" y="0"/>
                  </a:moveTo>
                  <a:lnTo>
                    <a:pt x="2427124" y="0"/>
                  </a:lnTo>
                  <a:cubicBezTo>
                    <a:pt x="2438294" y="0"/>
                    <a:pt x="2449006" y="4437"/>
                    <a:pt x="2456904" y="12335"/>
                  </a:cubicBezTo>
                  <a:cubicBezTo>
                    <a:pt x="2464801" y="20233"/>
                    <a:pt x="2469238" y="30945"/>
                    <a:pt x="2469238" y="42114"/>
                  </a:cubicBezTo>
                  <a:lnTo>
                    <a:pt x="2469238" y="1688789"/>
                  </a:lnTo>
                  <a:cubicBezTo>
                    <a:pt x="2469238" y="1712048"/>
                    <a:pt x="2450383" y="1730903"/>
                    <a:pt x="2427124" y="1730903"/>
                  </a:cubicBezTo>
                  <a:lnTo>
                    <a:pt x="42114" y="1730903"/>
                  </a:lnTo>
                  <a:cubicBezTo>
                    <a:pt x="18855" y="1730903"/>
                    <a:pt x="0" y="1712048"/>
                    <a:pt x="0" y="1688789"/>
                  </a:cubicBezTo>
                  <a:lnTo>
                    <a:pt x="0" y="42114"/>
                  </a:lnTo>
                  <a:cubicBezTo>
                    <a:pt x="0" y="30945"/>
                    <a:pt x="4437" y="20233"/>
                    <a:pt x="12335" y="12335"/>
                  </a:cubicBezTo>
                  <a:cubicBezTo>
                    <a:pt x="20233" y="4437"/>
                    <a:pt x="30945" y="0"/>
                    <a:pt x="4211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69238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03136" y="2518113"/>
            <a:ext cx="1892714" cy="81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386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Cadastro</a:t>
            </a:r>
          </a:p>
          <a:p>
            <a:pPr algn="ctr">
              <a:lnSpc>
                <a:spcPts val="334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698998" y="3105606"/>
            <a:ext cx="5523809" cy="770276"/>
            <a:chOff x="0" y="0"/>
            <a:chExt cx="1454830" cy="202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4830" cy="202871"/>
            </a:xfrm>
            <a:custGeom>
              <a:avLst/>
              <a:gdLst/>
              <a:ahLst/>
              <a:cxnLst/>
              <a:rect r="r" b="b" t="t" l="l"/>
              <a:pathLst>
                <a:path h="202871" w="1454830">
                  <a:moveTo>
                    <a:pt x="71479" y="0"/>
                  </a:moveTo>
                  <a:lnTo>
                    <a:pt x="1383351" y="0"/>
                  </a:lnTo>
                  <a:cubicBezTo>
                    <a:pt x="1422828" y="0"/>
                    <a:pt x="1454830" y="32002"/>
                    <a:pt x="1454830" y="71479"/>
                  </a:cubicBezTo>
                  <a:lnTo>
                    <a:pt x="1454830" y="131392"/>
                  </a:lnTo>
                  <a:cubicBezTo>
                    <a:pt x="1454830" y="170869"/>
                    <a:pt x="1422828" y="202871"/>
                    <a:pt x="1383351" y="202871"/>
                  </a:cubicBezTo>
                  <a:lnTo>
                    <a:pt x="71479" y="202871"/>
                  </a:lnTo>
                  <a:cubicBezTo>
                    <a:pt x="32002" y="202871"/>
                    <a:pt x="0" y="170869"/>
                    <a:pt x="0" y="131392"/>
                  </a:cubicBezTo>
                  <a:lnTo>
                    <a:pt x="0" y="71479"/>
                  </a:lnTo>
                  <a:cubicBezTo>
                    <a:pt x="0" y="32002"/>
                    <a:pt x="32002" y="0"/>
                    <a:pt x="714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4830" cy="250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98998" y="4373224"/>
            <a:ext cx="5523809" cy="770276"/>
            <a:chOff x="0" y="0"/>
            <a:chExt cx="1454830" cy="202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4830" cy="202871"/>
            </a:xfrm>
            <a:custGeom>
              <a:avLst/>
              <a:gdLst/>
              <a:ahLst/>
              <a:cxnLst/>
              <a:rect r="r" b="b" t="t" l="l"/>
              <a:pathLst>
                <a:path h="202871" w="1454830">
                  <a:moveTo>
                    <a:pt x="71479" y="0"/>
                  </a:moveTo>
                  <a:lnTo>
                    <a:pt x="1383351" y="0"/>
                  </a:lnTo>
                  <a:cubicBezTo>
                    <a:pt x="1422828" y="0"/>
                    <a:pt x="1454830" y="32002"/>
                    <a:pt x="1454830" y="71479"/>
                  </a:cubicBezTo>
                  <a:lnTo>
                    <a:pt x="1454830" y="131392"/>
                  </a:lnTo>
                  <a:cubicBezTo>
                    <a:pt x="1454830" y="170869"/>
                    <a:pt x="1422828" y="202871"/>
                    <a:pt x="1383351" y="202871"/>
                  </a:cubicBezTo>
                  <a:lnTo>
                    <a:pt x="71479" y="202871"/>
                  </a:lnTo>
                  <a:cubicBezTo>
                    <a:pt x="32002" y="202871"/>
                    <a:pt x="0" y="170869"/>
                    <a:pt x="0" y="131392"/>
                  </a:cubicBezTo>
                  <a:lnTo>
                    <a:pt x="0" y="71479"/>
                  </a:lnTo>
                  <a:cubicBezTo>
                    <a:pt x="0" y="32002"/>
                    <a:pt x="32002" y="0"/>
                    <a:pt x="714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54830" cy="250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98998" y="5636758"/>
            <a:ext cx="5523809" cy="770276"/>
            <a:chOff x="0" y="0"/>
            <a:chExt cx="1454830" cy="202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4830" cy="202871"/>
            </a:xfrm>
            <a:custGeom>
              <a:avLst/>
              <a:gdLst/>
              <a:ahLst/>
              <a:cxnLst/>
              <a:rect r="r" b="b" t="t" l="l"/>
              <a:pathLst>
                <a:path h="202871" w="1454830">
                  <a:moveTo>
                    <a:pt x="71479" y="0"/>
                  </a:moveTo>
                  <a:lnTo>
                    <a:pt x="1383351" y="0"/>
                  </a:lnTo>
                  <a:cubicBezTo>
                    <a:pt x="1422828" y="0"/>
                    <a:pt x="1454830" y="32002"/>
                    <a:pt x="1454830" y="71479"/>
                  </a:cubicBezTo>
                  <a:lnTo>
                    <a:pt x="1454830" y="131392"/>
                  </a:lnTo>
                  <a:cubicBezTo>
                    <a:pt x="1454830" y="170869"/>
                    <a:pt x="1422828" y="202871"/>
                    <a:pt x="1383351" y="202871"/>
                  </a:cubicBezTo>
                  <a:lnTo>
                    <a:pt x="71479" y="202871"/>
                  </a:lnTo>
                  <a:cubicBezTo>
                    <a:pt x="32002" y="202871"/>
                    <a:pt x="0" y="170869"/>
                    <a:pt x="0" y="131392"/>
                  </a:cubicBezTo>
                  <a:lnTo>
                    <a:pt x="0" y="71479"/>
                  </a:lnTo>
                  <a:cubicBezTo>
                    <a:pt x="0" y="32002"/>
                    <a:pt x="32002" y="0"/>
                    <a:pt x="714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54830" cy="250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10188" y="6902335"/>
            <a:ext cx="2533812" cy="770276"/>
            <a:chOff x="0" y="0"/>
            <a:chExt cx="667341" cy="2028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7341" cy="202871"/>
            </a:xfrm>
            <a:custGeom>
              <a:avLst/>
              <a:gdLst/>
              <a:ahLst/>
              <a:cxnLst/>
              <a:rect r="r" b="b" t="t" l="l"/>
              <a:pathLst>
                <a:path h="202871" w="667341">
                  <a:moveTo>
                    <a:pt x="101436" y="0"/>
                  </a:moveTo>
                  <a:lnTo>
                    <a:pt x="565906" y="0"/>
                  </a:lnTo>
                  <a:cubicBezTo>
                    <a:pt x="621927" y="0"/>
                    <a:pt x="667341" y="45414"/>
                    <a:pt x="667341" y="101436"/>
                  </a:cubicBezTo>
                  <a:lnTo>
                    <a:pt x="667341" y="101436"/>
                  </a:lnTo>
                  <a:cubicBezTo>
                    <a:pt x="667341" y="157457"/>
                    <a:pt x="621927" y="202871"/>
                    <a:pt x="565906" y="202871"/>
                  </a:cubicBezTo>
                  <a:lnTo>
                    <a:pt x="101436" y="202871"/>
                  </a:lnTo>
                  <a:cubicBezTo>
                    <a:pt x="45414" y="202871"/>
                    <a:pt x="0" y="157457"/>
                    <a:pt x="0" y="101436"/>
                  </a:cubicBezTo>
                  <a:lnTo>
                    <a:pt x="0" y="101436"/>
                  </a:lnTo>
                  <a:cubicBezTo>
                    <a:pt x="0" y="45414"/>
                    <a:pt x="45414" y="0"/>
                    <a:pt x="1014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67341" cy="250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047382" y="3287299"/>
            <a:ext cx="1194698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Usuário</a:t>
            </a:r>
            <a:r>
              <a:rPr lang="en-US" b="true" sz="207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47382" y="4552875"/>
            <a:ext cx="1194698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Email: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47382" y="5818451"/>
            <a:ext cx="1194698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Senha: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47382" y="6854710"/>
            <a:ext cx="1340961" cy="72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Reescreva a senha: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60902" y="6902335"/>
            <a:ext cx="3086100" cy="837828"/>
            <a:chOff x="0" y="0"/>
            <a:chExt cx="812800" cy="2206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220662"/>
            </a:xfrm>
            <a:custGeom>
              <a:avLst/>
              <a:gdLst/>
              <a:ahLst/>
              <a:cxnLst/>
              <a:rect r="r" b="b" t="t" l="l"/>
              <a:pathLst>
                <a:path h="22066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0662"/>
                  </a:lnTo>
                  <a:lnTo>
                    <a:pt x="0" y="220662"/>
                  </a:lnTo>
                  <a:close/>
                </a:path>
              </a:pathLst>
            </a:custGeom>
            <a:solidFill>
              <a:srgbClr val="70510C">
                <a:alpha val="66667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12800" cy="26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095850" y="7117803"/>
            <a:ext cx="1816204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Cadastrar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54156" y="-325667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456305" y="2052548"/>
            <a:ext cx="9375390" cy="6572024"/>
            <a:chOff x="0" y="0"/>
            <a:chExt cx="2469238" cy="1730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69238" cy="1730903"/>
            </a:xfrm>
            <a:custGeom>
              <a:avLst/>
              <a:gdLst/>
              <a:ahLst/>
              <a:cxnLst/>
              <a:rect r="r" b="b" t="t" l="l"/>
              <a:pathLst>
                <a:path h="1730903" w="2469238">
                  <a:moveTo>
                    <a:pt x="42114" y="0"/>
                  </a:moveTo>
                  <a:lnTo>
                    <a:pt x="2427124" y="0"/>
                  </a:lnTo>
                  <a:cubicBezTo>
                    <a:pt x="2438294" y="0"/>
                    <a:pt x="2449006" y="4437"/>
                    <a:pt x="2456904" y="12335"/>
                  </a:cubicBezTo>
                  <a:cubicBezTo>
                    <a:pt x="2464801" y="20233"/>
                    <a:pt x="2469238" y="30945"/>
                    <a:pt x="2469238" y="42114"/>
                  </a:cubicBezTo>
                  <a:lnTo>
                    <a:pt x="2469238" y="1688789"/>
                  </a:lnTo>
                  <a:cubicBezTo>
                    <a:pt x="2469238" y="1712048"/>
                    <a:pt x="2450383" y="1730903"/>
                    <a:pt x="2427124" y="1730903"/>
                  </a:cubicBezTo>
                  <a:lnTo>
                    <a:pt x="42114" y="1730903"/>
                  </a:lnTo>
                  <a:cubicBezTo>
                    <a:pt x="18855" y="1730903"/>
                    <a:pt x="0" y="1712048"/>
                    <a:pt x="0" y="1688789"/>
                  </a:cubicBezTo>
                  <a:lnTo>
                    <a:pt x="0" y="42114"/>
                  </a:lnTo>
                  <a:cubicBezTo>
                    <a:pt x="0" y="30945"/>
                    <a:pt x="4437" y="20233"/>
                    <a:pt x="12335" y="12335"/>
                  </a:cubicBezTo>
                  <a:cubicBezTo>
                    <a:pt x="20233" y="4437"/>
                    <a:pt x="30945" y="0"/>
                    <a:pt x="4211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69238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63241" y="4748950"/>
            <a:ext cx="1218855" cy="1441383"/>
            <a:chOff x="0" y="0"/>
            <a:chExt cx="321015" cy="379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1015" cy="379624"/>
            </a:xfrm>
            <a:custGeom>
              <a:avLst/>
              <a:gdLst/>
              <a:ahLst/>
              <a:cxnLst/>
              <a:rect r="r" b="b" t="t" l="l"/>
              <a:pathLst>
                <a:path h="379624" w="321015">
                  <a:moveTo>
                    <a:pt x="160508" y="0"/>
                  </a:moveTo>
                  <a:lnTo>
                    <a:pt x="160508" y="0"/>
                  </a:lnTo>
                  <a:cubicBezTo>
                    <a:pt x="249154" y="0"/>
                    <a:pt x="321015" y="71862"/>
                    <a:pt x="321015" y="160508"/>
                  </a:cubicBezTo>
                  <a:lnTo>
                    <a:pt x="321015" y="219116"/>
                  </a:lnTo>
                  <a:cubicBezTo>
                    <a:pt x="321015" y="307762"/>
                    <a:pt x="249154" y="379624"/>
                    <a:pt x="160508" y="379624"/>
                  </a:cubicBezTo>
                  <a:lnTo>
                    <a:pt x="160508" y="379624"/>
                  </a:lnTo>
                  <a:cubicBezTo>
                    <a:pt x="71862" y="379624"/>
                    <a:pt x="0" y="307762"/>
                    <a:pt x="0" y="219116"/>
                  </a:cubicBezTo>
                  <a:lnTo>
                    <a:pt x="0" y="160508"/>
                  </a:lnTo>
                  <a:cubicBezTo>
                    <a:pt x="0" y="71862"/>
                    <a:pt x="71862" y="0"/>
                    <a:pt x="1605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21015" cy="427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046677" y="4012709"/>
            <a:ext cx="8194645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(email inserido pelo usuário)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00950" y="6682941"/>
            <a:ext cx="3086100" cy="837828"/>
            <a:chOff x="0" y="0"/>
            <a:chExt cx="812800" cy="220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220662"/>
            </a:xfrm>
            <a:custGeom>
              <a:avLst/>
              <a:gdLst/>
              <a:ahLst/>
              <a:cxnLst/>
              <a:rect r="r" b="b" t="t" l="l"/>
              <a:pathLst>
                <a:path h="22066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0662"/>
                  </a:lnTo>
                  <a:lnTo>
                    <a:pt x="0" y="220662"/>
                  </a:lnTo>
                  <a:close/>
                </a:path>
              </a:pathLst>
            </a:custGeom>
            <a:solidFill>
              <a:srgbClr val="70510C">
                <a:alpha val="6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26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235898" y="6898409"/>
            <a:ext cx="1816204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Confirmar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83771" y="3663188"/>
            <a:ext cx="4720457" cy="39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386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Insira o código enviado no email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10960" y="4748950"/>
            <a:ext cx="1218855" cy="1441383"/>
            <a:chOff x="0" y="0"/>
            <a:chExt cx="321015" cy="3796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1015" cy="379624"/>
            </a:xfrm>
            <a:custGeom>
              <a:avLst/>
              <a:gdLst/>
              <a:ahLst/>
              <a:cxnLst/>
              <a:rect r="r" b="b" t="t" l="l"/>
              <a:pathLst>
                <a:path h="379624" w="321015">
                  <a:moveTo>
                    <a:pt x="160508" y="0"/>
                  </a:moveTo>
                  <a:lnTo>
                    <a:pt x="160508" y="0"/>
                  </a:lnTo>
                  <a:cubicBezTo>
                    <a:pt x="249154" y="0"/>
                    <a:pt x="321015" y="71862"/>
                    <a:pt x="321015" y="160508"/>
                  </a:cubicBezTo>
                  <a:lnTo>
                    <a:pt x="321015" y="219116"/>
                  </a:lnTo>
                  <a:cubicBezTo>
                    <a:pt x="321015" y="307762"/>
                    <a:pt x="249154" y="379624"/>
                    <a:pt x="160508" y="379624"/>
                  </a:cubicBezTo>
                  <a:lnTo>
                    <a:pt x="160508" y="379624"/>
                  </a:lnTo>
                  <a:cubicBezTo>
                    <a:pt x="71862" y="379624"/>
                    <a:pt x="0" y="307762"/>
                    <a:pt x="0" y="219116"/>
                  </a:cubicBezTo>
                  <a:lnTo>
                    <a:pt x="0" y="160508"/>
                  </a:lnTo>
                  <a:cubicBezTo>
                    <a:pt x="0" y="71862"/>
                    <a:pt x="71862" y="0"/>
                    <a:pt x="1605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21015" cy="427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58678" y="4748950"/>
            <a:ext cx="1218855" cy="1441383"/>
            <a:chOff x="0" y="0"/>
            <a:chExt cx="321015" cy="3796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1015" cy="379624"/>
            </a:xfrm>
            <a:custGeom>
              <a:avLst/>
              <a:gdLst/>
              <a:ahLst/>
              <a:cxnLst/>
              <a:rect r="r" b="b" t="t" l="l"/>
              <a:pathLst>
                <a:path h="379624" w="321015">
                  <a:moveTo>
                    <a:pt x="160508" y="0"/>
                  </a:moveTo>
                  <a:lnTo>
                    <a:pt x="160508" y="0"/>
                  </a:lnTo>
                  <a:cubicBezTo>
                    <a:pt x="249154" y="0"/>
                    <a:pt x="321015" y="71862"/>
                    <a:pt x="321015" y="160508"/>
                  </a:cubicBezTo>
                  <a:lnTo>
                    <a:pt x="321015" y="219116"/>
                  </a:lnTo>
                  <a:cubicBezTo>
                    <a:pt x="321015" y="307762"/>
                    <a:pt x="249154" y="379624"/>
                    <a:pt x="160508" y="379624"/>
                  </a:cubicBezTo>
                  <a:lnTo>
                    <a:pt x="160508" y="379624"/>
                  </a:lnTo>
                  <a:cubicBezTo>
                    <a:pt x="71862" y="379624"/>
                    <a:pt x="0" y="307762"/>
                    <a:pt x="0" y="219116"/>
                  </a:cubicBezTo>
                  <a:lnTo>
                    <a:pt x="0" y="160508"/>
                  </a:lnTo>
                  <a:cubicBezTo>
                    <a:pt x="0" y="71862"/>
                    <a:pt x="71862" y="0"/>
                    <a:pt x="1605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21015" cy="427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410933" y="4748950"/>
            <a:ext cx="1218855" cy="1441383"/>
            <a:chOff x="0" y="0"/>
            <a:chExt cx="321015" cy="3796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1015" cy="379624"/>
            </a:xfrm>
            <a:custGeom>
              <a:avLst/>
              <a:gdLst/>
              <a:ahLst/>
              <a:cxnLst/>
              <a:rect r="r" b="b" t="t" l="l"/>
              <a:pathLst>
                <a:path h="379624" w="321015">
                  <a:moveTo>
                    <a:pt x="160508" y="0"/>
                  </a:moveTo>
                  <a:lnTo>
                    <a:pt x="160508" y="0"/>
                  </a:lnTo>
                  <a:cubicBezTo>
                    <a:pt x="249154" y="0"/>
                    <a:pt x="321015" y="71862"/>
                    <a:pt x="321015" y="160508"/>
                  </a:cubicBezTo>
                  <a:lnTo>
                    <a:pt x="321015" y="219116"/>
                  </a:lnTo>
                  <a:cubicBezTo>
                    <a:pt x="321015" y="307762"/>
                    <a:pt x="249154" y="379624"/>
                    <a:pt x="160508" y="379624"/>
                  </a:cubicBezTo>
                  <a:lnTo>
                    <a:pt x="160508" y="379624"/>
                  </a:lnTo>
                  <a:cubicBezTo>
                    <a:pt x="71862" y="379624"/>
                    <a:pt x="0" y="307762"/>
                    <a:pt x="0" y="219116"/>
                  </a:cubicBezTo>
                  <a:lnTo>
                    <a:pt x="0" y="160508"/>
                  </a:lnTo>
                  <a:cubicBezTo>
                    <a:pt x="0" y="71862"/>
                    <a:pt x="71862" y="0"/>
                    <a:pt x="1605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21015" cy="427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63188" y="4748950"/>
            <a:ext cx="1218855" cy="1441383"/>
            <a:chOff x="0" y="0"/>
            <a:chExt cx="321015" cy="3796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1015" cy="379624"/>
            </a:xfrm>
            <a:custGeom>
              <a:avLst/>
              <a:gdLst/>
              <a:ahLst/>
              <a:cxnLst/>
              <a:rect r="r" b="b" t="t" l="l"/>
              <a:pathLst>
                <a:path h="379624" w="321015">
                  <a:moveTo>
                    <a:pt x="160508" y="0"/>
                  </a:moveTo>
                  <a:lnTo>
                    <a:pt x="160508" y="0"/>
                  </a:lnTo>
                  <a:cubicBezTo>
                    <a:pt x="249154" y="0"/>
                    <a:pt x="321015" y="71862"/>
                    <a:pt x="321015" y="160508"/>
                  </a:cubicBezTo>
                  <a:lnTo>
                    <a:pt x="321015" y="219116"/>
                  </a:lnTo>
                  <a:cubicBezTo>
                    <a:pt x="321015" y="307762"/>
                    <a:pt x="249154" y="379624"/>
                    <a:pt x="160508" y="379624"/>
                  </a:cubicBezTo>
                  <a:lnTo>
                    <a:pt x="160508" y="379624"/>
                  </a:lnTo>
                  <a:cubicBezTo>
                    <a:pt x="71862" y="379624"/>
                    <a:pt x="0" y="307762"/>
                    <a:pt x="0" y="219116"/>
                  </a:cubicBezTo>
                  <a:lnTo>
                    <a:pt x="0" y="160508"/>
                  </a:lnTo>
                  <a:cubicBezTo>
                    <a:pt x="0" y="71862"/>
                    <a:pt x="71862" y="0"/>
                    <a:pt x="1605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21015" cy="427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54156" y="-325667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456305" y="2052548"/>
            <a:ext cx="9375390" cy="6572024"/>
            <a:chOff x="0" y="0"/>
            <a:chExt cx="2469238" cy="1730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69238" cy="1730903"/>
            </a:xfrm>
            <a:custGeom>
              <a:avLst/>
              <a:gdLst/>
              <a:ahLst/>
              <a:cxnLst/>
              <a:rect r="r" b="b" t="t" l="l"/>
              <a:pathLst>
                <a:path h="1730903" w="2469238">
                  <a:moveTo>
                    <a:pt x="42114" y="0"/>
                  </a:moveTo>
                  <a:lnTo>
                    <a:pt x="2427124" y="0"/>
                  </a:lnTo>
                  <a:cubicBezTo>
                    <a:pt x="2438294" y="0"/>
                    <a:pt x="2449006" y="4437"/>
                    <a:pt x="2456904" y="12335"/>
                  </a:cubicBezTo>
                  <a:cubicBezTo>
                    <a:pt x="2464801" y="20233"/>
                    <a:pt x="2469238" y="30945"/>
                    <a:pt x="2469238" y="42114"/>
                  </a:cubicBezTo>
                  <a:lnTo>
                    <a:pt x="2469238" y="1688789"/>
                  </a:lnTo>
                  <a:cubicBezTo>
                    <a:pt x="2469238" y="1712048"/>
                    <a:pt x="2450383" y="1730903"/>
                    <a:pt x="2427124" y="1730903"/>
                  </a:cubicBezTo>
                  <a:lnTo>
                    <a:pt x="42114" y="1730903"/>
                  </a:lnTo>
                  <a:cubicBezTo>
                    <a:pt x="18855" y="1730903"/>
                    <a:pt x="0" y="1712048"/>
                    <a:pt x="0" y="1688789"/>
                  </a:cubicBezTo>
                  <a:lnTo>
                    <a:pt x="0" y="42114"/>
                  </a:lnTo>
                  <a:cubicBezTo>
                    <a:pt x="0" y="30945"/>
                    <a:pt x="4437" y="20233"/>
                    <a:pt x="12335" y="12335"/>
                  </a:cubicBezTo>
                  <a:cubicBezTo>
                    <a:pt x="20233" y="4437"/>
                    <a:pt x="30945" y="0"/>
                    <a:pt x="4211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69238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64440" y="5011292"/>
            <a:ext cx="5159120" cy="720692"/>
            <a:chOff x="0" y="0"/>
            <a:chExt cx="1358781" cy="1898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8781" cy="189812"/>
            </a:xfrm>
            <a:custGeom>
              <a:avLst/>
              <a:gdLst/>
              <a:ahLst/>
              <a:cxnLst/>
              <a:rect r="r" b="b" t="t" l="l"/>
              <a:pathLst>
                <a:path h="189812" w="1358781">
                  <a:moveTo>
                    <a:pt x="76532" y="0"/>
                  </a:moveTo>
                  <a:lnTo>
                    <a:pt x="1282249" y="0"/>
                  </a:lnTo>
                  <a:cubicBezTo>
                    <a:pt x="1302546" y="0"/>
                    <a:pt x="1322013" y="8063"/>
                    <a:pt x="1336365" y="22416"/>
                  </a:cubicBezTo>
                  <a:cubicBezTo>
                    <a:pt x="1350718" y="36768"/>
                    <a:pt x="1358781" y="56234"/>
                    <a:pt x="1358781" y="76532"/>
                  </a:cubicBezTo>
                  <a:lnTo>
                    <a:pt x="1358781" y="113280"/>
                  </a:lnTo>
                  <a:cubicBezTo>
                    <a:pt x="1358781" y="133577"/>
                    <a:pt x="1350718" y="153044"/>
                    <a:pt x="1336365" y="167396"/>
                  </a:cubicBezTo>
                  <a:cubicBezTo>
                    <a:pt x="1322013" y="181749"/>
                    <a:pt x="1302546" y="189812"/>
                    <a:pt x="1282249" y="189812"/>
                  </a:cubicBezTo>
                  <a:lnTo>
                    <a:pt x="76532" y="189812"/>
                  </a:lnTo>
                  <a:cubicBezTo>
                    <a:pt x="56234" y="189812"/>
                    <a:pt x="36768" y="181749"/>
                    <a:pt x="22416" y="167396"/>
                  </a:cubicBezTo>
                  <a:cubicBezTo>
                    <a:pt x="8063" y="153044"/>
                    <a:pt x="0" y="133577"/>
                    <a:pt x="0" y="113280"/>
                  </a:cubicBezTo>
                  <a:lnTo>
                    <a:pt x="0" y="76532"/>
                  </a:lnTo>
                  <a:cubicBezTo>
                    <a:pt x="0" y="56234"/>
                    <a:pt x="8063" y="36768"/>
                    <a:pt x="22416" y="22416"/>
                  </a:cubicBezTo>
                  <a:cubicBezTo>
                    <a:pt x="36768" y="8063"/>
                    <a:pt x="56234" y="0"/>
                    <a:pt x="7653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58781" cy="23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00950" y="6682941"/>
            <a:ext cx="3086100" cy="837828"/>
            <a:chOff x="0" y="0"/>
            <a:chExt cx="812800" cy="2206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20662"/>
            </a:xfrm>
            <a:custGeom>
              <a:avLst/>
              <a:gdLst/>
              <a:ahLst/>
              <a:cxnLst/>
              <a:rect r="r" b="b" t="t" l="l"/>
              <a:pathLst>
                <a:path h="22066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0662"/>
                  </a:lnTo>
                  <a:lnTo>
                    <a:pt x="0" y="220662"/>
                  </a:lnTo>
                  <a:close/>
                </a:path>
              </a:pathLst>
            </a:custGeom>
            <a:solidFill>
              <a:srgbClr val="70510C">
                <a:alpha val="6666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26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235898" y="6898409"/>
            <a:ext cx="1816204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Confirmar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83771" y="3663188"/>
            <a:ext cx="4720457" cy="39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386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Insira seu Cargo: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54156" y="-325667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797045" y="1991605"/>
            <a:ext cx="6693910" cy="669391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97763" y="5035431"/>
            <a:ext cx="5092474" cy="549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7"/>
              </a:lnSpc>
            </a:pPr>
            <a:r>
              <a:rPr lang="en-US" sz="3269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Cadastro concluído!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72207" y="5536914"/>
            <a:ext cx="3143586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Gerando ID...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35498" y="1900148"/>
            <a:ext cx="4963136" cy="6572024"/>
            <a:chOff x="0" y="0"/>
            <a:chExt cx="1307163" cy="173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7163" cy="1730903"/>
            </a:xfrm>
            <a:custGeom>
              <a:avLst/>
              <a:gdLst/>
              <a:ahLst/>
              <a:cxnLst/>
              <a:rect r="r" b="b" t="t" l="l"/>
              <a:pathLst>
                <a:path h="1730903" w="1307163">
                  <a:moveTo>
                    <a:pt x="79554" y="0"/>
                  </a:moveTo>
                  <a:lnTo>
                    <a:pt x="1227609" y="0"/>
                  </a:lnTo>
                  <a:cubicBezTo>
                    <a:pt x="1248708" y="0"/>
                    <a:pt x="1268943" y="8382"/>
                    <a:pt x="1283863" y="23301"/>
                  </a:cubicBezTo>
                  <a:cubicBezTo>
                    <a:pt x="1298782" y="38220"/>
                    <a:pt x="1307163" y="58455"/>
                    <a:pt x="1307163" y="79554"/>
                  </a:cubicBezTo>
                  <a:lnTo>
                    <a:pt x="1307163" y="1651349"/>
                  </a:lnTo>
                  <a:cubicBezTo>
                    <a:pt x="1307163" y="1672448"/>
                    <a:pt x="1298782" y="1692683"/>
                    <a:pt x="1283863" y="1707603"/>
                  </a:cubicBezTo>
                  <a:cubicBezTo>
                    <a:pt x="1268943" y="1722522"/>
                    <a:pt x="1248708" y="1730903"/>
                    <a:pt x="1227609" y="1730903"/>
                  </a:cubicBezTo>
                  <a:lnTo>
                    <a:pt x="79554" y="1730903"/>
                  </a:lnTo>
                  <a:cubicBezTo>
                    <a:pt x="58455" y="1730903"/>
                    <a:pt x="38220" y="1722522"/>
                    <a:pt x="23301" y="1707603"/>
                  </a:cubicBezTo>
                  <a:cubicBezTo>
                    <a:pt x="8382" y="1692683"/>
                    <a:pt x="0" y="1672448"/>
                    <a:pt x="0" y="1651349"/>
                  </a:cubicBezTo>
                  <a:lnTo>
                    <a:pt x="0" y="79554"/>
                  </a:lnTo>
                  <a:cubicBezTo>
                    <a:pt x="0" y="58455"/>
                    <a:pt x="8382" y="38220"/>
                    <a:pt x="23301" y="23301"/>
                  </a:cubicBezTo>
                  <a:cubicBezTo>
                    <a:pt x="38220" y="8382"/>
                    <a:pt x="58455" y="0"/>
                    <a:pt x="7955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7163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01756" y="-478067"/>
            <a:ext cx="13449262" cy="11328455"/>
            <a:chOff x="0" y="0"/>
            <a:chExt cx="96496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908360" y="4373224"/>
            <a:ext cx="3817413" cy="770276"/>
            <a:chOff x="0" y="0"/>
            <a:chExt cx="1005409" cy="2028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409" cy="202871"/>
            </a:xfrm>
            <a:custGeom>
              <a:avLst/>
              <a:gdLst/>
              <a:ahLst/>
              <a:cxnLst/>
              <a:rect r="r" b="b" t="t" l="l"/>
              <a:pathLst>
                <a:path h="202871" w="1005409">
                  <a:moveTo>
                    <a:pt x="101436" y="0"/>
                  </a:moveTo>
                  <a:lnTo>
                    <a:pt x="903974" y="0"/>
                  </a:lnTo>
                  <a:cubicBezTo>
                    <a:pt x="959995" y="0"/>
                    <a:pt x="1005409" y="45414"/>
                    <a:pt x="1005409" y="101436"/>
                  </a:cubicBezTo>
                  <a:lnTo>
                    <a:pt x="1005409" y="101436"/>
                  </a:lnTo>
                  <a:cubicBezTo>
                    <a:pt x="1005409" y="157457"/>
                    <a:pt x="959995" y="202871"/>
                    <a:pt x="903974" y="202871"/>
                  </a:cubicBezTo>
                  <a:lnTo>
                    <a:pt x="101436" y="202871"/>
                  </a:lnTo>
                  <a:cubicBezTo>
                    <a:pt x="45414" y="202871"/>
                    <a:pt x="0" y="157457"/>
                    <a:pt x="0" y="101436"/>
                  </a:cubicBezTo>
                  <a:lnTo>
                    <a:pt x="0" y="101436"/>
                  </a:lnTo>
                  <a:cubicBezTo>
                    <a:pt x="0" y="45414"/>
                    <a:pt x="45414" y="0"/>
                    <a:pt x="1014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05409" cy="250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08360" y="5654263"/>
            <a:ext cx="3817413" cy="770276"/>
            <a:chOff x="0" y="0"/>
            <a:chExt cx="1005409" cy="2028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409" cy="202871"/>
            </a:xfrm>
            <a:custGeom>
              <a:avLst/>
              <a:gdLst/>
              <a:ahLst/>
              <a:cxnLst/>
              <a:rect r="r" b="b" t="t" l="l"/>
              <a:pathLst>
                <a:path h="202871" w="1005409">
                  <a:moveTo>
                    <a:pt x="101436" y="0"/>
                  </a:moveTo>
                  <a:lnTo>
                    <a:pt x="903974" y="0"/>
                  </a:lnTo>
                  <a:cubicBezTo>
                    <a:pt x="959995" y="0"/>
                    <a:pt x="1005409" y="45414"/>
                    <a:pt x="1005409" y="101436"/>
                  </a:cubicBezTo>
                  <a:lnTo>
                    <a:pt x="1005409" y="101436"/>
                  </a:lnTo>
                  <a:cubicBezTo>
                    <a:pt x="1005409" y="157457"/>
                    <a:pt x="959995" y="202871"/>
                    <a:pt x="903974" y="202871"/>
                  </a:cubicBezTo>
                  <a:lnTo>
                    <a:pt x="101436" y="202871"/>
                  </a:lnTo>
                  <a:cubicBezTo>
                    <a:pt x="45414" y="202871"/>
                    <a:pt x="0" y="157457"/>
                    <a:pt x="0" y="101436"/>
                  </a:cubicBezTo>
                  <a:lnTo>
                    <a:pt x="0" y="101436"/>
                  </a:lnTo>
                  <a:cubicBezTo>
                    <a:pt x="0" y="45414"/>
                    <a:pt x="45414" y="0"/>
                    <a:pt x="1014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05409" cy="250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74016" y="7094710"/>
            <a:ext cx="3086100" cy="647149"/>
            <a:chOff x="0" y="0"/>
            <a:chExt cx="812800" cy="1704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70442"/>
            </a:xfrm>
            <a:custGeom>
              <a:avLst/>
              <a:gdLst/>
              <a:ahLst/>
              <a:cxnLst/>
              <a:rect r="r" b="b" t="t" l="l"/>
              <a:pathLst>
                <a:path h="17044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0442"/>
                  </a:lnTo>
                  <a:lnTo>
                    <a:pt x="0" y="170442"/>
                  </a:lnTo>
                  <a:close/>
                </a:path>
              </a:pathLst>
            </a:custGeom>
            <a:solidFill>
              <a:srgbClr val="70510C">
                <a:alpha val="66667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12800" cy="218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786065" y="2189112"/>
            <a:ext cx="206200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Login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08360" y="5199748"/>
            <a:ext cx="1194698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Senha: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19717" y="7214839"/>
            <a:ext cx="1194698" cy="3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Entrar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54330" y="6491214"/>
            <a:ext cx="2925472" cy="22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2"/>
              </a:lnSpc>
              <a:spcBef>
                <a:spcPct val="0"/>
              </a:spcBef>
            </a:pPr>
            <a:r>
              <a:rPr lang="en-US" b="true" sz="1301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Esqueci minha senha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08360" y="3959039"/>
            <a:ext cx="3188614" cy="3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b="true" sz="1913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Usuário / ID da empresa</a:t>
            </a:r>
            <a:r>
              <a:rPr lang="en-US" b="true" sz="1913">
                <a:solidFill>
                  <a:srgbClr val="8A8A8A"/>
                </a:solidFill>
                <a:latin typeface="Nunito Bold"/>
                <a:ea typeface="Nunito Bold"/>
                <a:cs typeface="Nunito Bold"/>
                <a:sym typeface="Nunito Bold"/>
              </a:rPr>
              <a:t>: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09365" y="0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622141" y="-1168199"/>
            <a:ext cx="10114222" cy="2196899"/>
            <a:chOff x="0" y="0"/>
            <a:chExt cx="2663828" cy="5786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3828" cy="578607"/>
            </a:xfrm>
            <a:custGeom>
              <a:avLst/>
              <a:gdLst/>
              <a:ahLst/>
              <a:cxnLst/>
              <a:rect r="r" b="b" t="t" l="l"/>
              <a:pathLst>
                <a:path h="578607" w="2663828">
                  <a:moveTo>
                    <a:pt x="39038" y="0"/>
                  </a:moveTo>
                  <a:lnTo>
                    <a:pt x="2624790" y="0"/>
                  </a:lnTo>
                  <a:cubicBezTo>
                    <a:pt x="2646350" y="0"/>
                    <a:pt x="2663828" y="17478"/>
                    <a:pt x="2663828" y="39038"/>
                  </a:cubicBezTo>
                  <a:lnTo>
                    <a:pt x="2663828" y="539569"/>
                  </a:lnTo>
                  <a:cubicBezTo>
                    <a:pt x="2663828" y="561129"/>
                    <a:pt x="2646350" y="578607"/>
                    <a:pt x="2624790" y="578607"/>
                  </a:cubicBezTo>
                  <a:lnTo>
                    <a:pt x="39038" y="578607"/>
                  </a:lnTo>
                  <a:cubicBezTo>
                    <a:pt x="28684" y="578607"/>
                    <a:pt x="18755" y="574494"/>
                    <a:pt x="11434" y="567173"/>
                  </a:cubicBezTo>
                  <a:cubicBezTo>
                    <a:pt x="4113" y="559852"/>
                    <a:pt x="0" y="549923"/>
                    <a:pt x="0" y="539569"/>
                  </a:cubicBezTo>
                  <a:lnTo>
                    <a:pt x="0" y="39038"/>
                  </a:lnTo>
                  <a:cubicBezTo>
                    <a:pt x="0" y="28684"/>
                    <a:pt x="4113" y="18755"/>
                    <a:pt x="11434" y="11434"/>
                  </a:cubicBezTo>
                  <a:cubicBezTo>
                    <a:pt x="18755" y="4113"/>
                    <a:pt x="28684" y="0"/>
                    <a:pt x="39038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63828" cy="61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0408" y="191777"/>
            <a:ext cx="657785" cy="6577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47788" y="191777"/>
            <a:ext cx="657785" cy="6577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4326" y="1508300"/>
            <a:ext cx="9375390" cy="6572024"/>
            <a:chOff x="0" y="0"/>
            <a:chExt cx="2469238" cy="17309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69238" cy="1730903"/>
            </a:xfrm>
            <a:custGeom>
              <a:avLst/>
              <a:gdLst/>
              <a:ahLst/>
              <a:cxnLst/>
              <a:rect r="r" b="b" t="t" l="l"/>
              <a:pathLst>
                <a:path h="1730903" w="2469238">
                  <a:moveTo>
                    <a:pt x="42114" y="0"/>
                  </a:moveTo>
                  <a:lnTo>
                    <a:pt x="2427124" y="0"/>
                  </a:lnTo>
                  <a:cubicBezTo>
                    <a:pt x="2438294" y="0"/>
                    <a:pt x="2449006" y="4437"/>
                    <a:pt x="2456904" y="12335"/>
                  </a:cubicBezTo>
                  <a:cubicBezTo>
                    <a:pt x="2464801" y="20233"/>
                    <a:pt x="2469238" y="30945"/>
                    <a:pt x="2469238" y="42114"/>
                  </a:cubicBezTo>
                  <a:lnTo>
                    <a:pt x="2469238" y="1688789"/>
                  </a:lnTo>
                  <a:cubicBezTo>
                    <a:pt x="2469238" y="1712048"/>
                    <a:pt x="2450383" y="1730903"/>
                    <a:pt x="2427124" y="1730903"/>
                  </a:cubicBezTo>
                  <a:lnTo>
                    <a:pt x="42114" y="1730903"/>
                  </a:lnTo>
                  <a:cubicBezTo>
                    <a:pt x="18855" y="1730903"/>
                    <a:pt x="0" y="1712048"/>
                    <a:pt x="0" y="1688789"/>
                  </a:cubicBezTo>
                  <a:lnTo>
                    <a:pt x="0" y="42114"/>
                  </a:lnTo>
                  <a:cubicBezTo>
                    <a:pt x="0" y="30945"/>
                    <a:pt x="4437" y="20233"/>
                    <a:pt x="12335" y="12335"/>
                  </a:cubicBezTo>
                  <a:cubicBezTo>
                    <a:pt x="20233" y="4437"/>
                    <a:pt x="30945" y="0"/>
                    <a:pt x="4211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469238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1805" y="2266867"/>
            <a:ext cx="4210216" cy="1513666"/>
            <a:chOff x="0" y="0"/>
            <a:chExt cx="1108863" cy="3986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8863" cy="398661"/>
            </a:xfrm>
            <a:custGeom>
              <a:avLst/>
              <a:gdLst/>
              <a:ahLst/>
              <a:cxnLst/>
              <a:rect r="r" b="b" t="t" l="l"/>
              <a:pathLst>
                <a:path h="398661" w="1108863">
                  <a:moveTo>
                    <a:pt x="93781" y="0"/>
                  </a:moveTo>
                  <a:lnTo>
                    <a:pt x="1015083" y="0"/>
                  </a:lnTo>
                  <a:cubicBezTo>
                    <a:pt x="1066876" y="0"/>
                    <a:pt x="1108863" y="41987"/>
                    <a:pt x="1108863" y="93781"/>
                  </a:cubicBezTo>
                  <a:lnTo>
                    <a:pt x="1108863" y="304880"/>
                  </a:lnTo>
                  <a:cubicBezTo>
                    <a:pt x="1108863" y="329752"/>
                    <a:pt x="1098983" y="353606"/>
                    <a:pt x="1081396" y="371193"/>
                  </a:cubicBezTo>
                  <a:cubicBezTo>
                    <a:pt x="1063808" y="388781"/>
                    <a:pt x="1039955" y="398661"/>
                    <a:pt x="1015083" y="398661"/>
                  </a:cubicBezTo>
                  <a:lnTo>
                    <a:pt x="93781" y="398661"/>
                  </a:lnTo>
                  <a:cubicBezTo>
                    <a:pt x="68909" y="398661"/>
                    <a:pt x="45055" y="388781"/>
                    <a:pt x="27468" y="371193"/>
                  </a:cubicBezTo>
                  <a:cubicBezTo>
                    <a:pt x="9880" y="353606"/>
                    <a:pt x="0" y="329752"/>
                    <a:pt x="0" y="304880"/>
                  </a:cubicBezTo>
                  <a:lnTo>
                    <a:pt x="0" y="93781"/>
                  </a:lnTo>
                  <a:cubicBezTo>
                    <a:pt x="0" y="68909"/>
                    <a:pt x="9880" y="45055"/>
                    <a:pt x="27468" y="27468"/>
                  </a:cubicBezTo>
                  <a:cubicBezTo>
                    <a:pt x="45055" y="9880"/>
                    <a:pt x="68909" y="0"/>
                    <a:pt x="9378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08863" cy="446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69523" y="2266867"/>
            <a:ext cx="3505237" cy="1513666"/>
            <a:chOff x="0" y="0"/>
            <a:chExt cx="923190" cy="3986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3190" cy="398661"/>
            </a:xfrm>
            <a:custGeom>
              <a:avLst/>
              <a:gdLst/>
              <a:ahLst/>
              <a:cxnLst/>
              <a:rect r="r" b="b" t="t" l="l"/>
              <a:pathLst>
                <a:path h="398661" w="923190">
                  <a:moveTo>
                    <a:pt x="112642" y="0"/>
                  </a:moveTo>
                  <a:lnTo>
                    <a:pt x="810548" y="0"/>
                  </a:lnTo>
                  <a:cubicBezTo>
                    <a:pt x="872758" y="0"/>
                    <a:pt x="923190" y="50432"/>
                    <a:pt x="923190" y="112642"/>
                  </a:cubicBezTo>
                  <a:lnTo>
                    <a:pt x="923190" y="286019"/>
                  </a:lnTo>
                  <a:cubicBezTo>
                    <a:pt x="923190" y="348229"/>
                    <a:pt x="872758" y="398661"/>
                    <a:pt x="810548" y="398661"/>
                  </a:cubicBezTo>
                  <a:lnTo>
                    <a:pt x="112642" y="398661"/>
                  </a:lnTo>
                  <a:cubicBezTo>
                    <a:pt x="50432" y="398661"/>
                    <a:pt x="0" y="348229"/>
                    <a:pt x="0" y="286019"/>
                  </a:cubicBezTo>
                  <a:lnTo>
                    <a:pt x="0" y="112642"/>
                  </a:lnTo>
                  <a:cubicBezTo>
                    <a:pt x="0" y="50432"/>
                    <a:pt x="50432" y="0"/>
                    <a:pt x="1126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23190" cy="446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01805" y="4171058"/>
            <a:ext cx="8272955" cy="1513666"/>
            <a:chOff x="0" y="0"/>
            <a:chExt cx="2178885" cy="3986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8885" cy="398661"/>
            </a:xfrm>
            <a:custGeom>
              <a:avLst/>
              <a:gdLst/>
              <a:ahLst/>
              <a:cxnLst/>
              <a:rect r="r" b="b" t="t" l="l"/>
              <a:pathLst>
                <a:path h="398661" w="2178885">
                  <a:moveTo>
                    <a:pt x="47726" y="0"/>
                  </a:moveTo>
                  <a:lnTo>
                    <a:pt x="2131159" y="0"/>
                  </a:lnTo>
                  <a:cubicBezTo>
                    <a:pt x="2143817" y="0"/>
                    <a:pt x="2155956" y="5028"/>
                    <a:pt x="2164907" y="13979"/>
                  </a:cubicBezTo>
                  <a:cubicBezTo>
                    <a:pt x="2173857" y="22929"/>
                    <a:pt x="2178885" y="35069"/>
                    <a:pt x="2178885" y="47726"/>
                  </a:cubicBezTo>
                  <a:lnTo>
                    <a:pt x="2178885" y="350935"/>
                  </a:lnTo>
                  <a:cubicBezTo>
                    <a:pt x="2178885" y="363593"/>
                    <a:pt x="2173857" y="375732"/>
                    <a:pt x="2164907" y="384682"/>
                  </a:cubicBezTo>
                  <a:cubicBezTo>
                    <a:pt x="2155956" y="393633"/>
                    <a:pt x="2143817" y="398661"/>
                    <a:pt x="2131159" y="398661"/>
                  </a:cubicBezTo>
                  <a:lnTo>
                    <a:pt x="47726" y="398661"/>
                  </a:lnTo>
                  <a:cubicBezTo>
                    <a:pt x="35069" y="398661"/>
                    <a:pt x="22929" y="393633"/>
                    <a:pt x="13979" y="384682"/>
                  </a:cubicBezTo>
                  <a:cubicBezTo>
                    <a:pt x="5028" y="375732"/>
                    <a:pt x="0" y="363593"/>
                    <a:pt x="0" y="350935"/>
                  </a:cubicBezTo>
                  <a:lnTo>
                    <a:pt x="0" y="47726"/>
                  </a:lnTo>
                  <a:cubicBezTo>
                    <a:pt x="0" y="35069"/>
                    <a:pt x="5028" y="22929"/>
                    <a:pt x="13979" y="13979"/>
                  </a:cubicBezTo>
                  <a:cubicBezTo>
                    <a:pt x="22929" y="5028"/>
                    <a:pt x="35069" y="0"/>
                    <a:pt x="477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178885" cy="446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5543" y="6075250"/>
            <a:ext cx="8272955" cy="1513666"/>
            <a:chOff x="0" y="0"/>
            <a:chExt cx="2178885" cy="3986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8885" cy="398661"/>
            </a:xfrm>
            <a:custGeom>
              <a:avLst/>
              <a:gdLst/>
              <a:ahLst/>
              <a:cxnLst/>
              <a:rect r="r" b="b" t="t" l="l"/>
              <a:pathLst>
                <a:path h="398661" w="2178885">
                  <a:moveTo>
                    <a:pt x="47726" y="0"/>
                  </a:moveTo>
                  <a:lnTo>
                    <a:pt x="2131159" y="0"/>
                  </a:lnTo>
                  <a:cubicBezTo>
                    <a:pt x="2143817" y="0"/>
                    <a:pt x="2155956" y="5028"/>
                    <a:pt x="2164907" y="13979"/>
                  </a:cubicBezTo>
                  <a:cubicBezTo>
                    <a:pt x="2173857" y="22929"/>
                    <a:pt x="2178885" y="35069"/>
                    <a:pt x="2178885" y="47726"/>
                  </a:cubicBezTo>
                  <a:lnTo>
                    <a:pt x="2178885" y="350935"/>
                  </a:lnTo>
                  <a:cubicBezTo>
                    <a:pt x="2178885" y="363593"/>
                    <a:pt x="2173857" y="375732"/>
                    <a:pt x="2164907" y="384682"/>
                  </a:cubicBezTo>
                  <a:cubicBezTo>
                    <a:pt x="2155956" y="393633"/>
                    <a:pt x="2143817" y="398661"/>
                    <a:pt x="2131159" y="398661"/>
                  </a:cubicBezTo>
                  <a:lnTo>
                    <a:pt x="47726" y="398661"/>
                  </a:lnTo>
                  <a:cubicBezTo>
                    <a:pt x="35069" y="398661"/>
                    <a:pt x="22929" y="393633"/>
                    <a:pt x="13979" y="384682"/>
                  </a:cubicBezTo>
                  <a:cubicBezTo>
                    <a:pt x="5028" y="375732"/>
                    <a:pt x="0" y="363593"/>
                    <a:pt x="0" y="350935"/>
                  </a:cubicBezTo>
                  <a:lnTo>
                    <a:pt x="0" y="47726"/>
                  </a:lnTo>
                  <a:cubicBezTo>
                    <a:pt x="0" y="35069"/>
                    <a:pt x="5028" y="22929"/>
                    <a:pt x="13979" y="13979"/>
                  </a:cubicBezTo>
                  <a:cubicBezTo>
                    <a:pt x="22929" y="5028"/>
                    <a:pt x="35069" y="0"/>
                    <a:pt x="477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178885" cy="446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743062" y="1508300"/>
            <a:ext cx="9992421" cy="6572024"/>
            <a:chOff x="0" y="0"/>
            <a:chExt cx="2631749" cy="1730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31749" cy="1730903"/>
            </a:xfrm>
            <a:custGeom>
              <a:avLst/>
              <a:gdLst/>
              <a:ahLst/>
              <a:cxnLst/>
              <a:rect r="r" b="b" t="t" l="l"/>
              <a:pathLst>
                <a:path h="1730903" w="2631749">
                  <a:moveTo>
                    <a:pt x="39514" y="0"/>
                  </a:moveTo>
                  <a:lnTo>
                    <a:pt x="2592235" y="0"/>
                  </a:lnTo>
                  <a:cubicBezTo>
                    <a:pt x="2614058" y="0"/>
                    <a:pt x="2631749" y="17691"/>
                    <a:pt x="2631749" y="39514"/>
                  </a:cubicBezTo>
                  <a:lnTo>
                    <a:pt x="2631749" y="1691390"/>
                  </a:lnTo>
                  <a:cubicBezTo>
                    <a:pt x="2631749" y="1713212"/>
                    <a:pt x="2614058" y="1730903"/>
                    <a:pt x="2592235" y="1730903"/>
                  </a:cubicBezTo>
                  <a:lnTo>
                    <a:pt x="39514" y="1730903"/>
                  </a:lnTo>
                  <a:cubicBezTo>
                    <a:pt x="17691" y="1730903"/>
                    <a:pt x="0" y="1713212"/>
                    <a:pt x="0" y="1691390"/>
                  </a:cubicBezTo>
                  <a:lnTo>
                    <a:pt x="0" y="39514"/>
                  </a:lnTo>
                  <a:cubicBezTo>
                    <a:pt x="0" y="17691"/>
                    <a:pt x="17691" y="0"/>
                    <a:pt x="3951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631749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53818" y="2020162"/>
            <a:ext cx="8272955" cy="2572759"/>
            <a:chOff x="0" y="0"/>
            <a:chExt cx="2178885" cy="6775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78885" cy="677599"/>
            </a:xfrm>
            <a:custGeom>
              <a:avLst/>
              <a:gdLst/>
              <a:ahLst/>
              <a:cxnLst/>
              <a:rect r="r" b="b" t="t" l="l"/>
              <a:pathLst>
                <a:path h="677599" w="2178885">
                  <a:moveTo>
                    <a:pt x="47726" y="0"/>
                  </a:moveTo>
                  <a:lnTo>
                    <a:pt x="2131159" y="0"/>
                  </a:lnTo>
                  <a:cubicBezTo>
                    <a:pt x="2143817" y="0"/>
                    <a:pt x="2155956" y="5028"/>
                    <a:pt x="2164907" y="13979"/>
                  </a:cubicBezTo>
                  <a:cubicBezTo>
                    <a:pt x="2173857" y="22929"/>
                    <a:pt x="2178885" y="35069"/>
                    <a:pt x="2178885" y="47726"/>
                  </a:cubicBezTo>
                  <a:lnTo>
                    <a:pt x="2178885" y="629873"/>
                  </a:lnTo>
                  <a:cubicBezTo>
                    <a:pt x="2178885" y="642530"/>
                    <a:pt x="2173857" y="654670"/>
                    <a:pt x="2164907" y="663620"/>
                  </a:cubicBezTo>
                  <a:cubicBezTo>
                    <a:pt x="2155956" y="672571"/>
                    <a:pt x="2143817" y="677599"/>
                    <a:pt x="2131159" y="677599"/>
                  </a:cubicBezTo>
                  <a:lnTo>
                    <a:pt x="47726" y="677599"/>
                  </a:lnTo>
                  <a:cubicBezTo>
                    <a:pt x="35069" y="677599"/>
                    <a:pt x="22929" y="672571"/>
                    <a:pt x="13979" y="663620"/>
                  </a:cubicBezTo>
                  <a:cubicBezTo>
                    <a:pt x="5028" y="654670"/>
                    <a:pt x="0" y="642530"/>
                    <a:pt x="0" y="629873"/>
                  </a:cubicBezTo>
                  <a:lnTo>
                    <a:pt x="0" y="47726"/>
                  </a:lnTo>
                  <a:cubicBezTo>
                    <a:pt x="0" y="35069"/>
                    <a:pt x="5028" y="22929"/>
                    <a:pt x="13979" y="13979"/>
                  </a:cubicBezTo>
                  <a:cubicBezTo>
                    <a:pt x="22929" y="5028"/>
                    <a:pt x="35069" y="0"/>
                    <a:pt x="477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178885" cy="725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353818" y="4874595"/>
            <a:ext cx="8272955" cy="2572759"/>
            <a:chOff x="0" y="0"/>
            <a:chExt cx="2178885" cy="6775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8885" cy="677599"/>
            </a:xfrm>
            <a:custGeom>
              <a:avLst/>
              <a:gdLst/>
              <a:ahLst/>
              <a:cxnLst/>
              <a:rect r="r" b="b" t="t" l="l"/>
              <a:pathLst>
                <a:path h="677599" w="2178885">
                  <a:moveTo>
                    <a:pt x="47726" y="0"/>
                  </a:moveTo>
                  <a:lnTo>
                    <a:pt x="2131159" y="0"/>
                  </a:lnTo>
                  <a:cubicBezTo>
                    <a:pt x="2143817" y="0"/>
                    <a:pt x="2155956" y="5028"/>
                    <a:pt x="2164907" y="13979"/>
                  </a:cubicBezTo>
                  <a:cubicBezTo>
                    <a:pt x="2173857" y="22929"/>
                    <a:pt x="2178885" y="35069"/>
                    <a:pt x="2178885" y="47726"/>
                  </a:cubicBezTo>
                  <a:lnTo>
                    <a:pt x="2178885" y="629873"/>
                  </a:lnTo>
                  <a:cubicBezTo>
                    <a:pt x="2178885" y="642530"/>
                    <a:pt x="2173857" y="654670"/>
                    <a:pt x="2164907" y="663620"/>
                  </a:cubicBezTo>
                  <a:cubicBezTo>
                    <a:pt x="2155956" y="672571"/>
                    <a:pt x="2143817" y="677599"/>
                    <a:pt x="2131159" y="677599"/>
                  </a:cubicBezTo>
                  <a:lnTo>
                    <a:pt x="47726" y="677599"/>
                  </a:lnTo>
                  <a:cubicBezTo>
                    <a:pt x="35069" y="677599"/>
                    <a:pt x="22929" y="672571"/>
                    <a:pt x="13979" y="663620"/>
                  </a:cubicBezTo>
                  <a:cubicBezTo>
                    <a:pt x="5028" y="654670"/>
                    <a:pt x="0" y="642530"/>
                    <a:pt x="0" y="629873"/>
                  </a:cubicBezTo>
                  <a:lnTo>
                    <a:pt x="0" y="47726"/>
                  </a:lnTo>
                  <a:cubicBezTo>
                    <a:pt x="0" y="35069"/>
                    <a:pt x="5028" y="22929"/>
                    <a:pt x="13979" y="13979"/>
                  </a:cubicBezTo>
                  <a:cubicBezTo>
                    <a:pt x="22929" y="5028"/>
                    <a:pt x="35069" y="0"/>
                    <a:pt x="477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178885" cy="725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 flipV="true">
            <a:off x="11764706" y="3306542"/>
            <a:ext cx="914547" cy="87206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38" id="38"/>
          <p:cNvSpPr/>
          <p:nvPr/>
        </p:nvSpPr>
        <p:spPr>
          <a:xfrm>
            <a:off x="12632188" y="3320012"/>
            <a:ext cx="893560" cy="89356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39" id="39"/>
          <p:cNvSpPr/>
          <p:nvPr/>
        </p:nvSpPr>
        <p:spPr>
          <a:xfrm flipV="true">
            <a:off x="13405318" y="3798863"/>
            <a:ext cx="1132410" cy="32052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40" id="40"/>
          <p:cNvSpPr/>
          <p:nvPr/>
        </p:nvSpPr>
        <p:spPr>
          <a:xfrm>
            <a:off x="14537728" y="3817913"/>
            <a:ext cx="117689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41" id="41"/>
          <p:cNvSpPr/>
          <p:nvPr/>
        </p:nvSpPr>
        <p:spPr>
          <a:xfrm flipV="true">
            <a:off x="15726663" y="3059579"/>
            <a:ext cx="912248" cy="74356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1764706" y="5143500"/>
            <a:ext cx="369082" cy="2093629"/>
            <a:chOff x="0" y="0"/>
            <a:chExt cx="97207" cy="5514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207" cy="551408"/>
            </a:xfrm>
            <a:custGeom>
              <a:avLst/>
              <a:gdLst/>
              <a:ahLst/>
              <a:cxnLst/>
              <a:rect r="r" b="b" t="t" l="l"/>
              <a:pathLst>
                <a:path h="551408" w="97207">
                  <a:moveTo>
                    <a:pt x="0" y="0"/>
                  </a:moveTo>
                  <a:lnTo>
                    <a:pt x="97207" y="0"/>
                  </a:lnTo>
                  <a:lnTo>
                    <a:pt x="97207" y="551408"/>
                  </a:lnTo>
                  <a:lnTo>
                    <a:pt x="0" y="551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7207" cy="59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24326" y="1694298"/>
            <a:ext cx="4236188" cy="32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912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Dashboard de Produção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6141" y="2358572"/>
            <a:ext cx="2010772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Produtividade: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9523" y="2368097"/>
            <a:ext cx="1849674" cy="655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b="true" sz="1905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Meta diária aplicada: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9572" y="4235961"/>
            <a:ext cx="2309335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Taxa de defeitos: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1648" y="6113350"/>
            <a:ext cx="2010772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OEE: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78968" y="2203904"/>
            <a:ext cx="4180332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Grafico de produção em linha: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400130" y="5095875"/>
            <a:ext cx="4180332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Taxa de defeitos em barra: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295247" y="6037915"/>
            <a:ext cx="336941" cy="1199215"/>
            <a:chOff x="0" y="0"/>
            <a:chExt cx="88742" cy="3158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742" cy="315843"/>
            </a:xfrm>
            <a:custGeom>
              <a:avLst/>
              <a:gdLst/>
              <a:ahLst/>
              <a:cxnLst/>
              <a:rect r="r" b="b" t="t" l="l"/>
              <a:pathLst>
                <a:path h="315843" w="88742">
                  <a:moveTo>
                    <a:pt x="0" y="0"/>
                  </a:moveTo>
                  <a:lnTo>
                    <a:pt x="88742" y="0"/>
                  </a:lnTo>
                  <a:lnTo>
                    <a:pt x="88742" y="315843"/>
                  </a:lnTo>
                  <a:lnTo>
                    <a:pt x="0" y="3158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88742" cy="36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794113" y="5914854"/>
            <a:ext cx="336941" cy="1322275"/>
            <a:chOff x="0" y="0"/>
            <a:chExt cx="88742" cy="34825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8742" cy="348253"/>
            </a:xfrm>
            <a:custGeom>
              <a:avLst/>
              <a:gdLst/>
              <a:ahLst/>
              <a:cxnLst/>
              <a:rect r="r" b="b" t="t" l="l"/>
              <a:pathLst>
                <a:path h="348253" w="88742">
                  <a:moveTo>
                    <a:pt x="0" y="0"/>
                  </a:moveTo>
                  <a:lnTo>
                    <a:pt x="88742" y="0"/>
                  </a:lnTo>
                  <a:lnTo>
                    <a:pt x="88742" y="348253"/>
                  </a:lnTo>
                  <a:lnTo>
                    <a:pt x="0" y="3482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8742" cy="39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292979" y="6315642"/>
            <a:ext cx="336941" cy="918284"/>
            <a:chOff x="0" y="0"/>
            <a:chExt cx="88742" cy="2418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8742" cy="241852"/>
            </a:xfrm>
            <a:custGeom>
              <a:avLst/>
              <a:gdLst/>
              <a:ahLst/>
              <a:cxnLst/>
              <a:rect r="r" b="b" t="t" l="l"/>
              <a:pathLst>
                <a:path h="241852" w="88742">
                  <a:moveTo>
                    <a:pt x="0" y="0"/>
                  </a:moveTo>
                  <a:lnTo>
                    <a:pt x="88742" y="0"/>
                  </a:lnTo>
                  <a:lnTo>
                    <a:pt x="88742" y="241852"/>
                  </a:lnTo>
                  <a:lnTo>
                    <a:pt x="0" y="2418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88742" cy="289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039729" y="284565"/>
            <a:ext cx="6628179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Aba de acesso rápido: Perfil, Configurações...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138572" y="1694298"/>
            <a:ext cx="4236188" cy="32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912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Página de dados 1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23374" y="-269670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98102" y="2417060"/>
            <a:ext cx="19387214" cy="5954993"/>
            <a:chOff x="0" y="0"/>
            <a:chExt cx="5106098" cy="15683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06098" cy="1568393"/>
            </a:xfrm>
            <a:custGeom>
              <a:avLst/>
              <a:gdLst/>
              <a:ahLst/>
              <a:cxnLst/>
              <a:rect r="r" b="b" t="t" l="l"/>
              <a:pathLst>
                <a:path h="1568393" w="5106098">
                  <a:moveTo>
                    <a:pt x="20366" y="0"/>
                  </a:moveTo>
                  <a:lnTo>
                    <a:pt x="5085732" y="0"/>
                  </a:lnTo>
                  <a:cubicBezTo>
                    <a:pt x="5091133" y="0"/>
                    <a:pt x="5096313" y="2146"/>
                    <a:pt x="5100132" y="5965"/>
                  </a:cubicBezTo>
                  <a:cubicBezTo>
                    <a:pt x="5103952" y="9784"/>
                    <a:pt x="5106098" y="14965"/>
                    <a:pt x="5106098" y="20366"/>
                  </a:cubicBezTo>
                  <a:lnTo>
                    <a:pt x="5106098" y="1548027"/>
                  </a:lnTo>
                  <a:cubicBezTo>
                    <a:pt x="5106098" y="1559275"/>
                    <a:pt x="5096980" y="1568393"/>
                    <a:pt x="5085732" y="1568393"/>
                  </a:cubicBezTo>
                  <a:lnTo>
                    <a:pt x="20366" y="1568393"/>
                  </a:lnTo>
                  <a:cubicBezTo>
                    <a:pt x="14965" y="1568393"/>
                    <a:pt x="9784" y="1566248"/>
                    <a:pt x="5965" y="1562428"/>
                  </a:cubicBezTo>
                  <a:cubicBezTo>
                    <a:pt x="2146" y="1558609"/>
                    <a:pt x="0" y="1553429"/>
                    <a:pt x="0" y="1548027"/>
                  </a:cubicBezTo>
                  <a:lnTo>
                    <a:pt x="0" y="20366"/>
                  </a:lnTo>
                  <a:cubicBezTo>
                    <a:pt x="0" y="14965"/>
                    <a:pt x="2146" y="9784"/>
                    <a:pt x="5965" y="5965"/>
                  </a:cubicBezTo>
                  <a:cubicBezTo>
                    <a:pt x="9784" y="2146"/>
                    <a:pt x="14965" y="0"/>
                    <a:pt x="20366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06098" cy="1606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74541" y="-1015799"/>
            <a:ext cx="10114222" cy="2196899"/>
            <a:chOff x="0" y="0"/>
            <a:chExt cx="2663828" cy="5786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3828" cy="578607"/>
            </a:xfrm>
            <a:custGeom>
              <a:avLst/>
              <a:gdLst/>
              <a:ahLst/>
              <a:cxnLst/>
              <a:rect r="r" b="b" t="t" l="l"/>
              <a:pathLst>
                <a:path h="578607" w="2663828">
                  <a:moveTo>
                    <a:pt x="39038" y="0"/>
                  </a:moveTo>
                  <a:lnTo>
                    <a:pt x="2624790" y="0"/>
                  </a:lnTo>
                  <a:cubicBezTo>
                    <a:pt x="2646350" y="0"/>
                    <a:pt x="2663828" y="17478"/>
                    <a:pt x="2663828" y="39038"/>
                  </a:cubicBezTo>
                  <a:lnTo>
                    <a:pt x="2663828" y="539569"/>
                  </a:lnTo>
                  <a:cubicBezTo>
                    <a:pt x="2663828" y="561129"/>
                    <a:pt x="2646350" y="578607"/>
                    <a:pt x="2624790" y="578607"/>
                  </a:cubicBezTo>
                  <a:lnTo>
                    <a:pt x="39038" y="578607"/>
                  </a:lnTo>
                  <a:cubicBezTo>
                    <a:pt x="28684" y="578607"/>
                    <a:pt x="18755" y="574494"/>
                    <a:pt x="11434" y="567173"/>
                  </a:cubicBezTo>
                  <a:cubicBezTo>
                    <a:pt x="4113" y="559852"/>
                    <a:pt x="0" y="549923"/>
                    <a:pt x="0" y="539569"/>
                  </a:cubicBezTo>
                  <a:lnTo>
                    <a:pt x="0" y="39038"/>
                  </a:lnTo>
                  <a:cubicBezTo>
                    <a:pt x="0" y="28684"/>
                    <a:pt x="4113" y="18755"/>
                    <a:pt x="11434" y="11434"/>
                  </a:cubicBezTo>
                  <a:cubicBezTo>
                    <a:pt x="18755" y="4113"/>
                    <a:pt x="28684" y="0"/>
                    <a:pt x="39038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63828" cy="61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200188" y="344177"/>
            <a:ext cx="657785" cy="6577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82808" y="344177"/>
            <a:ext cx="657785" cy="65778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0663" y="2886075"/>
            <a:ext cx="2497650" cy="634398"/>
            <a:chOff x="0" y="0"/>
            <a:chExt cx="657817" cy="1670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7817" cy="167084"/>
            </a:xfrm>
            <a:custGeom>
              <a:avLst/>
              <a:gdLst/>
              <a:ahLst/>
              <a:cxnLst/>
              <a:rect r="r" b="b" t="t" l="l"/>
              <a:pathLst>
                <a:path h="167084" w="657817">
                  <a:moveTo>
                    <a:pt x="83542" y="0"/>
                  </a:moveTo>
                  <a:lnTo>
                    <a:pt x="574275" y="0"/>
                  </a:lnTo>
                  <a:cubicBezTo>
                    <a:pt x="620414" y="0"/>
                    <a:pt x="657817" y="37403"/>
                    <a:pt x="657817" y="83542"/>
                  </a:cubicBezTo>
                  <a:lnTo>
                    <a:pt x="657817" y="83542"/>
                  </a:lnTo>
                  <a:cubicBezTo>
                    <a:pt x="657817" y="129681"/>
                    <a:pt x="620414" y="167084"/>
                    <a:pt x="574275" y="167084"/>
                  </a:cubicBezTo>
                  <a:lnTo>
                    <a:pt x="83542" y="167084"/>
                  </a:lnTo>
                  <a:cubicBezTo>
                    <a:pt x="37403" y="167084"/>
                    <a:pt x="0" y="129681"/>
                    <a:pt x="0" y="83542"/>
                  </a:cubicBezTo>
                  <a:lnTo>
                    <a:pt x="0" y="83542"/>
                  </a:lnTo>
                  <a:cubicBezTo>
                    <a:pt x="0" y="37403"/>
                    <a:pt x="37403" y="0"/>
                    <a:pt x="835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57817" cy="21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3156" y="3015648"/>
            <a:ext cx="1612665" cy="34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033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ID do pedido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110803" y="2886075"/>
            <a:ext cx="2497650" cy="634398"/>
            <a:chOff x="0" y="0"/>
            <a:chExt cx="657817" cy="167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7817" cy="167084"/>
            </a:xfrm>
            <a:custGeom>
              <a:avLst/>
              <a:gdLst/>
              <a:ahLst/>
              <a:cxnLst/>
              <a:rect r="r" b="b" t="t" l="l"/>
              <a:pathLst>
                <a:path h="167084" w="657817">
                  <a:moveTo>
                    <a:pt x="83542" y="0"/>
                  </a:moveTo>
                  <a:lnTo>
                    <a:pt x="574275" y="0"/>
                  </a:lnTo>
                  <a:cubicBezTo>
                    <a:pt x="620414" y="0"/>
                    <a:pt x="657817" y="37403"/>
                    <a:pt x="657817" y="83542"/>
                  </a:cubicBezTo>
                  <a:lnTo>
                    <a:pt x="657817" y="83542"/>
                  </a:lnTo>
                  <a:cubicBezTo>
                    <a:pt x="657817" y="129681"/>
                    <a:pt x="620414" y="167084"/>
                    <a:pt x="574275" y="167084"/>
                  </a:cubicBezTo>
                  <a:lnTo>
                    <a:pt x="83542" y="167084"/>
                  </a:lnTo>
                  <a:cubicBezTo>
                    <a:pt x="37403" y="167084"/>
                    <a:pt x="0" y="129681"/>
                    <a:pt x="0" y="83542"/>
                  </a:cubicBezTo>
                  <a:lnTo>
                    <a:pt x="0" y="83542"/>
                  </a:lnTo>
                  <a:cubicBezTo>
                    <a:pt x="0" y="37403"/>
                    <a:pt x="37403" y="0"/>
                    <a:pt x="835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57817" cy="21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546727" y="3015648"/>
            <a:ext cx="1623337" cy="34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5"/>
              </a:lnSpc>
              <a:spcBef>
                <a:spcPct val="0"/>
              </a:spcBef>
            </a:pPr>
            <a:r>
              <a:rPr lang="en-US" b="true" sz="2046" strike="noStrike" u="non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Empresa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808479" y="2886075"/>
            <a:ext cx="2497650" cy="634398"/>
            <a:chOff x="0" y="0"/>
            <a:chExt cx="657817" cy="1670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7817" cy="167084"/>
            </a:xfrm>
            <a:custGeom>
              <a:avLst/>
              <a:gdLst/>
              <a:ahLst/>
              <a:cxnLst/>
              <a:rect r="r" b="b" t="t" l="l"/>
              <a:pathLst>
                <a:path h="167084" w="657817">
                  <a:moveTo>
                    <a:pt x="83542" y="0"/>
                  </a:moveTo>
                  <a:lnTo>
                    <a:pt x="574275" y="0"/>
                  </a:lnTo>
                  <a:cubicBezTo>
                    <a:pt x="620414" y="0"/>
                    <a:pt x="657817" y="37403"/>
                    <a:pt x="657817" y="83542"/>
                  </a:cubicBezTo>
                  <a:lnTo>
                    <a:pt x="657817" y="83542"/>
                  </a:lnTo>
                  <a:cubicBezTo>
                    <a:pt x="657817" y="129681"/>
                    <a:pt x="620414" y="167084"/>
                    <a:pt x="574275" y="167084"/>
                  </a:cubicBezTo>
                  <a:lnTo>
                    <a:pt x="83542" y="167084"/>
                  </a:lnTo>
                  <a:cubicBezTo>
                    <a:pt x="37403" y="167084"/>
                    <a:pt x="0" y="129681"/>
                    <a:pt x="0" y="83542"/>
                  </a:cubicBezTo>
                  <a:lnTo>
                    <a:pt x="0" y="83542"/>
                  </a:lnTo>
                  <a:cubicBezTo>
                    <a:pt x="0" y="37403"/>
                    <a:pt x="37403" y="0"/>
                    <a:pt x="835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57817" cy="21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808479" y="2866147"/>
            <a:ext cx="2385223" cy="63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832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(Material, espessura...)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506154" y="2886075"/>
            <a:ext cx="2497650" cy="634398"/>
            <a:chOff x="0" y="0"/>
            <a:chExt cx="657817" cy="1670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7817" cy="167084"/>
            </a:xfrm>
            <a:custGeom>
              <a:avLst/>
              <a:gdLst/>
              <a:ahLst/>
              <a:cxnLst/>
              <a:rect r="r" b="b" t="t" l="l"/>
              <a:pathLst>
                <a:path h="167084" w="657817">
                  <a:moveTo>
                    <a:pt x="83542" y="0"/>
                  </a:moveTo>
                  <a:lnTo>
                    <a:pt x="574275" y="0"/>
                  </a:lnTo>
                  <a:cubicBezTo>
                    <a:pt x="620414" y="0"/>
                    <a:pt x="657817" y="37403"/>
                    <a:pt x="657817" y="83542"/>
                  </a:cubicBezTo>
                  <a:lnTo>
                    <a:pt x="657817" y="83542"/>
                  </a:lnTo>
                  <a:cubicBezTo>
                    <a:pt x="657817" y="129681"/>
                    <a:pt x="620414" y="167084"/>
                    <a:pt x="574275" y="167084"/>
                  </a:cubicBezTo>
                  <a:lnTo>
                    <a:pt x="83542" y="167084"/>
                  </a:lnTo>
                  <a:cubicBezTo>
                    <a:pt x="37403" y="167084"/>
                    <a:pt x="0" y="129681"/>
                    <a:pt x="0" y="83542"/>
                  </a:cubicBezTo>
                  <a:lnTo>
                    <a:pt x="0" y="83542"/>
                  </a:lnTo>
                  <a:cubicBezTo>
                    <a:pt x="0" y="37403"/>
                    <a:pt x="37403" y="0"/>
                    <a:pt x="835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57817" cy="21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447657" y="2882035"/>
            <a:ext cx="2697675" cy="62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1821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(Data de início, previsão de finalização)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203829" y="2886075"/>
            <a:ext cx="2497650" cy="634398"/>
            <a:chOff x="0" y="0"/>
            <a:chExt cx="657817" cy="1670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7817" cy="167084"/>
            </a:xfrm>
            <a:custGeom>
              <a:avLst/>
              <a:gdLst/>
              <a:ahLst/>
              <a:cxnLst/>
              <a:rect r="r" b="b" t="t" l="l"/>
              <a:pathLst>
                <a:path h="167084" w="657817">
                  <a:moveTo>
                    <a:pt x="83542" y="0"/>
                  </a:moveTo>
                  <a:lnTo>
                    <a:pt x="574275" y="0"/>
                  </a:lnTo>
                  <a:cubicBezTo>
                    <a:pt x="620414" y="0"/>
                    <a:pt x="657817" y="37403"/>
                    <a:pt x="657817" y="83542"/>
                  </a:cubicBezTo>
                  <a:lnTo>
                    <a:pt x="657817" y="83542"/>
                  </a:lnTo>
                  <a:cubicBezTo>
                    <a:pt x="657817" y="129681"/>
                    <a:pt x="620414" y="167084"/>
                    <a:pt x="574275" y="167084"/>
                  </a:cubicBezTo>
                  <a:lnTo>
                    <a:pt x="83542" y="167084"/>
                  </a:lnTo>
                  <a:cubicBezTo>
                    <a:pt x="37403" y="167084"/>
                    <a:pt x="0" y="129681"/>
                    <a:pt x="0" y="83542"/>
                  </a:cubicBezTo>
                  <a:lnTo>
                    <a:pt x="0" y="83542"/>
                  </a:lnTo>
                  <a:cubicBezTo>
                    <a:pt x="0" y="37403"/>
                    <a:pt x="37403" y="0"/>
                    <a:pt x="835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57817" cy="21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709659" y="2884318"/>
            <a:ext cx="1485989" cy="63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832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Quantidade produzida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901504" y="2886075"/>
            <a:ext cx="2497650" cy="634398"/>
            <a:chOff x="0" y="0"/>
            <a:chExt cx="657817" cy="1670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7817" cy="167084"/>
            </a:xfrm>
            <a:custGeom>
              <a:avLst/>
              <a:gdLst/>
              <a:ahLst/>
              <a:cxnLst/>
              <a:rect r="r" b="b" t="t" l="l"/>
              <a:pathLst>
                <a:path h="167084" w="657817">
                  <a:moveTo>
                    <a:pt x="83542" y="0"/>
                  </a:moveTo>
                  <a:lnTo>
                    <a:pt x="574275" y="0"/>
                  </a:lnTo>
                  <a:cubicBezTo>
                    <a:pt x="620414" y="0"/>
                    <a:pt x="657817" y="37403"/>
                    <a:pt x="657817" y="83542"/>
                  </a:cubicBezTo>
                  <a:lnTo>
                    <a:pt x="657817" y="83542"/>
                  </a:lnTo>
                  <a:cubicBezTo>
                    <a:pt x="657817" y="129681"/>
                    <a:pt x="620414" y="167084"/>
                    <a:pt x="574275" y="167084"/>
                  </a:cubicBezTo>
                  <a:lnTo>
                    <a:pt x="83542" y="167084"/>
                  </a:lnTo>
                  <a:cubicBezTo>
                    <a:pt x="37403" y="167084"/>
                    <a:pt x="0" y="129681"/>
                    <a:pt x="0" y="83542"/>
                  </a:cubicBezTo>
                  <a:lnTo>
                    <a:pt x="0" y="83542"/>
                  </a:lnTo>
                  <a:cubicBezTo>
                    <a:pt x="0" y="37403"/>
                    <a:pt x="37403" y="0"/>
                    <a:pt x="835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57817" cy="21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599179" y="2886075"/>
            <a:ext cx="2497650" cy="634398"/>
            <a:chOff x="0" y="0"/>
            <a:chExt cx="657817" cy="1670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7817" cy="167084"/>
            </a:xfrm>
            <a:custGeom>
              <a:avLst/>
              <a:gdLst/>
              <a:ahLst/>
              <a:cxnLst/>
              <a:rect r="r" b="b" t="t" l="l"/>
              <a:pathLst>
                <a:path h="167084" w="657817">
                  <a:moveTo>
                    <a:pt x="83542" y="0"/>
                  </a:moveTo>
                  <a:lnTo>
                    <a:pt x="574275" y="0"/>
                  </a:lnTo>
                  <a:cubicBezTo>
                    <a:pt x="620414" y="0"/>
                    <a:pt x="657817" y="37403"/>
                    <a:pt x="657817" y="83542"/>
                  </a:cubicBezTo>
                  <a:lnTo>
                    <a:pt x="657817" y="83542"/>
                  </a:lnTo>
                  <a:cubicBezTo>
                    <a:pt x="657817" y="129681"/>
                    <a:pt x="620414" y="167084"/>
                    <a:pt x="574275" y="167084"/>
                  </a:cubicBezTo>
                  <a:lnTo>
                    <a:pt x="83542" y="167084"/>
                  </a:lnTo>
                  <a:cubicBezTo>
                    <a:pt x="37403" y="167084"/>
                    <a:pt x="0" y="129681"/>
                    <a:pt x="0" y="83542"/>
                  </a:cubicBezTo>
                  <a:lnTo>
                    <a:pt x="0" y="83542"/>
                  </a:lnTo>
                  <a:cubicBezTo>
                    <a:pt x="0" y="37403"/>
                    <a:pt x="37403" y="0"/>
                    <a:pt x="835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57817" cy="21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4339654" y="2884318"/>
            <a:ext cx="1485989" cy="63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832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Quantidade defeituosa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951604" y="3031746"/>
            <a:ext cx="1485989" cy="31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832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Status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-1050454" y="2006316"/>
            <a:ext cx="5419885" cy="41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  <a:spcBef>
                <a:spcPct val="0"/>
              </a:spcBef>
            </a:pPr>
            <a:r>
              <a:rPr lang="en-US" sz="243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Tabela de pedidos: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40302" y="2053519"/>
            <a:ext cx="4236188" cy="32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912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Página de dados 2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75774" y="-117270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622141" y="-1168199"/>
            <a:ext cx="10114222" cy="2196899"/>
            <a:chOff x="0" y="0"/>
            <a:chExt cx="2663828" cy="5786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3828" cy="578607"/>
            </a:xfrm>
            <a:custGeom>
              <a:avLst/>
              <a:gdLst/>
              <a:ahLst/>
              <a:cxnLst/>
              <a:rect r="r" b="b" t="t" l="l"/>
              <a:pathLst>
                <a:path h="578607" w="2663828">
                  <a:moveTo>
                    <a:pt x="39038" y="0"/>
                  </a:moveTo>
                  <a:lnTo>
                    <a:pt x="2624790" y="0"/>
                  </a:lnTo>
                  <a:cubicBezTo>
                    <a:pt x="2646350" y="0"/>
                    <a:pt x="2663828" y="17478"/>
                    <a:pt x="2663828" y="39038"/>
                  </a:cubicBezTo>
                  <a:lnTo>
                    <a:pt x="2663828" y="539569"/>
                  </a:lnTo>
                  <a:cubicBezTo>
                    <a:pt x="2663828" y="561129"/>
                    <a:pt x="2646350" y="578607"/>
                    <a:pt x="2624790" y="578607"/>
                  </a:cubicBezTo>
                  <a:lnTo>
                    <a:pt x="39038" y="578607"/>
                  </a:lnTo>
                  <a:cubicBezTo>
                    <a:pt x="28684" y="578607"/>
                    <a:pt x="18755" y="574494"/>
                    <a:pt x="11434" y="567173"/>
                  </a:cubicBezTo>
                  <a:cubicBezTo>
                    <a:pt x="4113" y="559852"/>
                    <a:pt x="0" y="549923"/>
                    <a:pt x="0" y="539569"/>
                  </a:cubicBezTo>
                  <a:lnTo>
                    <a:pt x="0" y="39038"/>
                  </a:lnTo>
                  <a:cubicBezTo>
                    <a:pt x="0" y="28684"/>
                    <a:pt x="4113" y="18755"/>
                    <a:pt x="11434" y="11434"/>
                  </a:cubicBezTo>
                  <a:cubicBezTo>
                    <a:pt x="18755" y="4113"/>
                    <a:pt x="28684" y="0"/>
                    <a:pt x="39038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63828" cy="61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0408" y="191777"/>
            <a:ext cx="657785" cy="6577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47788" y="191777"/>
            <a:ext cx="657785" cy="6577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61403" y="191777"/>
            <a:ext cx="657785" cy="65778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456305" y="1644447"/>
            <a:ext cx="9375390" cy="6572024"/>
            <a:chOff x="0" y="0"/>
            <a:chExt cx="2469238" cy="1730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9238" cy="1730903"/>
            </a:xfrm>
            <a:custGeom>
              <a:avLst/>
              <a:gdLst/>
              <a:ahLst/>
              <a:cxnLst/>
              <a:rect r="r" b="b" t="t" l="l"/>
              <a:pathLst>
                <a:path h="1730903" w="2469238">
                  <a:moveTo>
                    <a:pt x="42114" y="0"/>
                  </a:moveTo>
                  <a:lnTo>
                    <a:pt x="2427124" y="0"/>
                  </a:lnTo>
                  <a:cubicBezTo>
                    <a:pt x="2438294" y="0"/>
                    <a:pt x="2449006" y="4437"/>
                    <a:pt x="2456904" y="12335"/>
                  </a:cubicBezTo>
                  <a:cubicBezTo>
                    <a:pt x="2464801" y="20233"/>
                    <a:pt x="2469238" y="30945"/>
                    <a:pt x="2469238" y="42114"/>
                  </a:cubicBezTo>
                  <a:lnTo>
                    <a:pt x="2469238" y="1688789"/>
                  </a:lnTo>
                  <a:cubicBezTo>
                    <a:pt x="2469238" y="1712048"/>
                    <a:pt x="2450383" y="1730903"/>
                    <a:pt x="2427124" y="1730903"/>
                  </a:cubicBezTo>
                  <a:lnTo>
                    <a:pt x="42114" y="1730903"/>
                  </a:lnTo>
                  <a:cubicBezTo>
                    <a:pt x="18855" y="1730903"/>
                    <a:pt x="0" y="1712048"/>
                    <a:pt x="0" y="1688789"/>
                  </a:cubicBezTo>
                  <a:lnTo>
                    <a:pt x="0" y="42114"/>
                  </a:lnTo>
                  <a:cubicBezTo>
                    <a:pt x="0" y="30945"/>
                    <a:pt x="4437" y="20233"/>
                    <a:pt x="12335" y="12335"/>
                  </a:cubicBezTo>
                  <a:cubicBezTo>
                    <a:pt x="20233" y="4437"/>
                    <a:pt x="30945" y="0"/>
                    <a:pt x="4211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69238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829911" y="2532947"/>
            <a:ext cx="6628179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Configurações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352565" y="5457825"/>
            <a:ext cx="3582871" cy="701721"/>
            <a:chOff x="0" y="0"/>
            <a:chExt cx="943637" cy="1848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3637" cy="184815"/>
            </a:xfrm>
            <a:custGeom>
              <a:avLst/>
              <a:gdLst/>
              <a:ahLst/>
              <a:cxnLst/>
              <a:rect r="r" b="b" t="t" l="l"/>
              <a:pathLst>
                <a:path h="184815" w="943637">
                  <a:moveTo>
                    <a:pt x="92408" y="0"/>
                  </a:moveTo>
                  <a:lnTo>
                    <a:pt x="851229" y="0"/>
                  </a:lnTo>
                  <a:cubicBezTo>
                    <a:pt x="902265" y="0"/>
                    <a:pt x="943637" y="41372"/>
                    <a:pt x="943637" y="92408"/>
                  </a:cubicBezTo>
                  <a:lnTo>
                    <a:pt x="943637" y="92408"/>
                  </a:lnTo>
                  <a:cubicBezTo>
                    <a:pt x="943637" y="143443"/>
                    <a:pt x="902265" y="184815"/>
                    <a:pt x="851229" y="184815"/>
                  </a:cubicBezTo>
                  <a:lnTo>
                    <a:pt x="92408" y="184815"/>
                  </a:lnTo>
                  <a:cubicBezTo>
                    <a:pt x="41372" y="184815"/>
                    <a:pt x="0" y="143443"/>
                    <a:pt x="0" y="92408"/>
                  </a:cubicBezTo>
                  <a:lnTo>
                    <a:pt x="0" y="92408"/>
                  </a:lnTo>
                  <a:cubicBezTo>
                    <a:pt x="0" y="41372"/>
                    <a:pt x="41372" y="0"/>
                    <a:pt x="924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43637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78452" y="5610225"/>
            <a:ext cx="3331096" cy="35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138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Deletar conta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352565" y="4441779"/>
            <a:ext cx="3582871" cy="701721"/>
            <a:chOff x="0" y="0"/>
            <a:chExt cx="943637" cy="1848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3637" cy="184815"/>
            </a:xfrm>
            <a:custGeom>
              <a:avLst/>
              <a:gdLst/>
              <a:ahLst/>
              <a:cxnLst/>
              <a:rect r="r" b="b" t="t" l="l"/>
              <a:pathLst>
                <a:path h="184815" w="943637">
                  <a:moveTo>
                    <a:pt x="92408" y="0"/>
                  </a:moveTo>
                  <a:lnTo>
                    <a:pt x="851229" y="0"/>
                  </a:lnTo>
                  <a:cubicBezTo>
                    <a:pt x="902265" y="0"/>
                    <a:pt x="943637" y="41372"/>
                    <a:pt x="943637" y="92408"/>
                  </a:cubicBezTo>
                  <a:lnTo>
                    <a:pt x="943637" y="92408"/>
                  </a:lnTo>
                  <a:cubicBezTo>
                    <a:pt x="943637" y="143443"/>
                    <a:pt x="902265" y="184815"/>
                    <a:pt x="851229" y="184815"/>
                  </a:cubicBezTo>
                  <a:lnTo>
                    <a:pt x="92408" y="184815"/>
                  </a:lnTo>
                  <a:cubicBezTo>
                    <a:pt x="41372" y="184815"/>
                    <a:pt x="0" y="143443"/>
                    <a:pt x="0" y="92408"/>
                  </a:cubicBezTo>
                  <a:lnTo>
                    <a:pt x="0" y="92408"/>
                  </a:lnTo>
                  <a:cubicBezTo>
                    <a:pt x="0" y="41372"/>
                    <a:pt x="41372" y="0"/>
                    <a:pt x="924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43637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478452" y="4593640"/>
            <a:ext cx="3331096" cy="35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138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Alterar senha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352565" y="3428931"/>
            <a:ext cx="3582871" cy="701721"/>
            <a:chOff x="0" y="0"/>
            <a:chExt cx="943637" cy="1848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3637" cy="184815"/>
            </a:xfrm>
            <a:custGeom>
              <a:avLst/>
              <a:gdLst/>
              <a:ahLst/>
              <a:cxnLst/>
              <a:rect r="r" b="b" t="t" l="l"/>
              <a:pathLst>
                <a:path h="184815" w="943637">
                  <a:moveTo>
                    <a:pt x="92408" y="0"/>
                  </a:moveTo>
                  <a:lnTo>
                    <a:pt x="851229" y="0"/>
                  </a:lnTo>
                  <a:cubicBezTo>
                    <a:pt x="902265" y="0"/>
                    <a:pt x="943637" y="41372"/>
                    <a:pt x="943637" y="92408"/>
                  </a:cubicBezTo>
                  <a:lnTo>
                    <a:pt x="943637" y="92408"/>
                  </a:lnTo>
                  <a:cubicBezTo>
                    <a:pt x="943637" y="143443"/>
                    <a:pt x="902265" y="184815"/>
                    <a:pt x="851229" y="184815"/>
                  </a:cubicBezTo>
                  <a:lnTo>
                    <a:pt x="92408" y="184815"/>
                  </a:lnTo>
                  <a:cubicBezTo>
                    <a:pt x="41372" y="184815"/>
                    <a:pt x="0" y="143443"/>
                    <a:pt x="0" y="92408"/>
                  </a:cubicBezTo>
                  <a:lnTo>
                    <a:pt x="0" y="92408"/>
                  </a:lnTo>
                  <a:cubicBezTo>
                    <a:pt x="0" y="41372"/>
                    <a:pt x="41372" y="0"/>
                    <a:pt x="924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43637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478452" y="3580792"/>
            <a:ext cx="3331096" cy="35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138" b="true">
                <a:solidFill>
                  <a:srgbClr val="DEA015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Alterar email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75774" y="-117270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622141" y="-1168199"/>
            <a:ext cx="10114222" cy="2196899"/>
            <a:chOff x="0" y="0"/>
            <a:chExt cx="2663828" cy="5786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3828" cy="578607"/>
            </a:xfrm>
            <a:custGeom>
              <a:avLst/>
              <a:gdLst/>
              <a:ahLst/>
              <a:cxnLst/>
              <a:rect r="r" b="b" t="t" l="l"/>
              <a:pathLst>
                <a:path h="578607" w="2663828">
                  <a:moveTo>
                    <a:pt x="39038" y="0"/>
                  </a:moveTo>
                  <a:lnTo>
                    <a:pt x="2624790" y="0"/>
                  </a:lnTo>
                  <a:cubicBezTo>
                    <a:pt x="2646350" y="0"/>
                    <a:pt x="2663828" y="17478"/>
                    <a:pt x="2663828" y="39038"/>
                  </a:cubicBezTo>
                  <a:lnTo>
                    <a:pt x="2663828" y="539569"/>
                  </a:lnTo>
                  <a:cubicBezTo>
                    <a:pt x="2663828" y="561129"/>
                    <a:pt x="2646350" y="578607"/>
                    <a:pt x="2624790" y="578607"/>
                  </a:cubicBezTo>
                  <a:lnTo>
                    <a:pt x="39038" y="578607"/>
                  </a:lnTo>
                  <a:cubicBezTo>
                    <a:pt x="28684" y="578607"/>
                    <a:pt x="18755" y="574494"/>
                    <a:pt x="11434" y="567173"/>
                  </a:cubicBezTo>
                  <a:cubicBezTo>
                    <a:pt x="4113" y="559852"/>
                    <a:pt x="0" y="549923"/>
                    <a:pt x="0" y="539569"/>
                  </a:cubicBezTo>
                  <a:lnTo>
                    <a:pt x="0" y="39038"/>
                  </a:lnTo>
                  <a:cubicBezTo>
                    <a:pt x="0" y="28684"/>
                    <a:pt x="4113" y="18755"/>
                    <a:pt x="11434" y="11434"/>
                  </a:cubicBezTo>
                  <a:cubicBezTo>
                    <a:pt x="18755" y="4113"/>
                    <a:pt x="28684" y="0"/>
                    <a:pt x="39038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63828" cy="61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0408" y="191777"/>
            <a:ext cx="657785" cy="6577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47788" y="191777"/>
            <a:ext cx="657785" cy="6577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61403" y="191777"/>
            <a:ext cx="657785" cy="65778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456305" y="1644447"/>
            <a:ext cx="9375390" cy="6572024"/>
            <a:chOff x="0" y="0"/>
            <a:chExt cx="2469238" cy="1730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9238" cy="1730903"/>
            </a:xfrm>
            <a:custGeom>
              <a:avLst/>
              <a:gdLst/>
              <a:ahLst/>
              <a:cxnLst/>
              <a:rect r="r" b="b" t="t" l="l"/>
              <a:pathLst>
                <a:path h="1730903" w="2469238">
                  <a:moveTo>
                    <a:pt x="42114" y="0"/>
                  </a:moveTo>
                  <a:lnTo>
                    <a:pt x="2427124" y="0"/>
                  </a:lnTo>
                  <a:cubicBezTo>
                    <a:pt x="2438294" y="0"/>
                    <a:pt x="2449006" y="4437"/>
                    <a:pt x="2456904" y="12335"/>
                  </a:cubicBezTo>
                  <a:cubicBezTo>
                    <a:pt x="2464801" y="20233"/>
                    <a:pt x="2469238" y="30945"/>
                    <a:pt x="2469238" y="42114"/>
                  </a:cubicBezTo>
                  <a:lnTo>
                    <a:pt x="2469238" y="1688789"/>
                  </a:lnTo>
                  <a:cubicBezTo>
                    <a:pt x="2469238" y="1712048"/>
                    <a:pt x="2450383" y="1730903"/>
                    <a:pt x="2427124" y="1730903"/>
                  </a:cubicBezTo>
                  <a:lnTo>
                    <a:pt x="42114" y="1730903"/>
                  </a:lnTo>
                  <a:cubicBezTo>
                    <a:pt x="18855" y="1730903"/>
                    <a:pt x="0" y="1712048"/>
                    <a:pt x="0" y="1688789"/>
                  </a:cubicBezTo>
                  <a:lnTo>
                    <a:pt x="0" y="42114"/>
                  </a:lnTo>
                  <a:cubicBezTo>
                    <a:pt x="0" y="30945"/>
                    <a:pt x="4437" y="20233"/>
                    <a:pt x="12335" y="12335"/>
                  </a:cubicBezTo>
                  <a:cubicBezTo>
                    <a:pt x="20233" y="4437"/>
                    <a:pt x="30945" y="0"/>
                    <a:pt x="4211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69238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829911" y="2532947"/>
            <a:ext cx="6628179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Perfil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75219" y="4228738"/>
            <a:ext cx="3582871" cy="701721"/>
            <a:chOff x="0" y="0"/>
            <a:chExt cx="943637" cy="1848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3637" cy="184815"/>
            </a:xfrm>
            <a:custGeom>
              <a:avLst/>
              <a:gdLst/>
              <a:ahLst/>
              <a:cxnLst/>
              <a:rect r="r" b="b" t="t" l="l"/>
              <a:pathLst>
                <a:path h="184815" w="943637">
                  <a:moveTo>
                    <a:pt x="92408" y="0"/>
                  </a:moveTo>
                  <a:lnTo>
                    <a:pt x="851229" y="0"/>
                  </a:lnTo>
                  <a:cubicBezTo>
                    <a:pt x="902265" y="0"/>
                    <a:pt x="943637" y="41372"/>
                    <a:pt x="943637" y="92408"/>
                  </a:cubicBezTo>
                  <a:lnTo>
                    <a:pt x="943637" y="92408"/>
                  </a:lnTo>
                  <a:cubicBezTo>
                    <a:pt x="943637" y="143443"/>
                    <a:pt x="902265" y="184815"/>
                    <a:pt x="851229" y="184815"/>
                  </a:cubicBezTo>
                  <a:lnTo>
                    <a:pt x="92408" y="184815"/>
                  </a:lnTo>
                  <a:cubicBezTo>
                    <a:pt x="41372" y="184815"/>
                    <a:pt x="0" y="143443"/>
                    <a:pt x="0" y="92408"/>
                  </a:cubicBezTo>
                  <a:lnTo>
                    <a:pt x="0" y="92408"/>
                  </a:lnTo>
                  <a:cubicBezTo>
                    <a:pt x="0" y="41372"/>
                    <a:pt x="41372" y="0"/>
                    <a:pt x="924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43637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001106" y="4380598"/>
            <a:ext cx="3331096" cy="35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b="true" sz="2138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email(não alterável)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875219" y="3238971"/>
            <a:ext cx="3582871" cy="701721"/>
            <a:chOff x="0" y="0"/>
            <a:chExt cx="943637" cy="1848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3637" cy="184815"/>
            </a:xfrm>
            <a:custGeom>
              <a:avLst/>
              <a:gdLst/>
              <a:ahLst/>
              <a:cxnLst/>
              <a:rect r="r" b="b" t="t" l="l"/>
              <a:pathLst>
                <a:path h="184815" w="943637">
                  <a:moveTo>
                    <a:pt x="92408" y="0"/>
                  </a:moveTo>
                  <a:lnTo>
                    <a:pt x="851229" y="0"/>
                  </a:lnTo>
                  <a:cubicBezTo>
                    <a:pt x="902265" y="0"/>
                    <a:pt x="943637" y="41372"/>
                    <a:pt x="943637" y="92408"/>
                  </a:cubicBezTo>
                  <a:lnTo>
                    <a:pt x="943637" y="92408"/>
                  </a:lnTo>
                  <a:cubicBezTo>
                    <a:pt x="943637" y="143443"/>
                    <a:pt x="902265" y="184815"/>
                    <a:pt x="851229" y="184815"/>
                  </a:cubicBezTo>
                  <a:lnTo>
                    <a:pt x="92408" y="184815"/>
                  </a:lnTo>
                  <a:cubicBezTo>
                    <a:pt x="41372" y="184815"/>
                    <a:pt x="0" y="143443"/>
                    <a:pt x="0" y="92408"/>
                  </a:cubicBezTo>
                  <a:lnTo>
                    <a:pt x="0" y="92408"/>
                  </a:lnTo>
                  <a:cubicBezTo>
                    <a:pt x="0" y="41372"/>
                    <a:pt x="41372" y="0"/>
                    <a:pt x="924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43637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35514" y="3282844"/>
            <a:ext cx="2062281" cy="57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8"/>
              </a:lnSpc>
            </a:pPr>
            <a:r>
              <a:rPr lang="en-US" b="true" sz="1670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usuário(não alterável)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051826" y="7072247"/>
            <a:ext cx="2221915" cy="625742"/>
            <a:chOff x="0" y="0"/>
            <a:chExt cx="585196" cy="1648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5196" cy="164804"/>
            </a:xfrm>
            <a:custGeom>
              <a:avLst/>
              <a:gdLst/>
              <a:ahLst/>
              <a:cxnLst/>
              <a:rect r="r" b="b" t="t" l="l"/>
              <a:pathLst>
                <a:path h="164804" w="585196">
                  <a:moveTo>
                    <a:pt x="82402" y="0"/>
                  </a:moveTo>
                  <a:lnTo>
                    <a:pt x="502794" y="0"/>
                  </a:lnTo>
                  <a:cubicBezTo>
                    <a:pt x="524648" y="0"/>
                    <a:pt x="545607" y="8682"/>
                    <a:pt x="561061" y="24135"/>
                  </a:cubicBezTo>
                  <a:cubicBezTo>
                    <a:pt x="576514" y="39588"/>
                    <a:pt x="585196" y="60548"/>
                    <a:pt x="585196" y="82402"/>
                  </a:cubicBezTo>
                  <a:lnTo>
                    <a:pt x="585196" y="82402"/>
                  </a:lnTo>
                  <a:cubicBezTo>
                    <a:pt x="585196" y="104257"/>
                    <a:pt x="576514" y="125216"/>
                    <a:pt x="561061" y="140669"/>
                  </a:cubicBezTo>
                  <a:cubicBezTo>
                    <a:pt x="545607" y="156123"/>
                    <a:pt x="524648" y="164804"/>
                    <a:pt x="502794" y="164804"/>
                  </a:cubicBezTo>
                  <a:lnTo>
                    <a:pt x="82402" y="164804"/>
                  </a:lnTo>
                  <a:cubicBezTo>
                    <a:pt x="60548" y="164804"/>
                    <a:pt x="39588" y="156123"/>
                    <a:pt x="24135" y="140669"/>
                  </a:cubicBezTo>
                  <a:cubicBezTo>
                    <a:pt x="8682" y="125216"/>
                    <a:pt x="0" y="104257"/>
                    <a:pt x="0" y="82402"/>
                  </a:cubicBezTo>
                  <a:lnTo>
                    <a:pt x="0" y="82402"/>
                  </a:lnTo>
                  <a:cubicBezTo>
                    <a:pt x="0" y="60548"/>
                    <a:pt x="8682" y="39588"/>
                    <a:pt x="24135" y="24135"/>
                  </a:cubicBezTo>
                  <a:cubicBezTo>
                    <a:pt x="39588" y="8682"/>
                    <a:pt x="60548" y="0"/>
                    <a:pt x="8240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85196" cy="21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818200" y="7178269"/>
            <a:ext cx="2651600" cy="36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"/>
              </a:lnSpc>
            </a:pPr>
            <a:r>
              <a:rPr lang="en-US" sz="2147" b="true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sair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875219" y="5143500"/>
            <a:ext cx="3582871" cy="679838"/>
            <a:chOff x="0" y="0"/>
            <a:chExt cx="943637" cy="1790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3637" cy="179052"/>
            </a:xfrm>
            <a:custGeom>
              <a:avLst/>
              <a:gdLst/>
              <a:ahLst/>
              <a:cxnLst/>
              <a:rect r="r" b="b" t="t" l="l"/>
              <a:pathLst>
                <a:path h="179052" w="943637">
                  <a:moveTo>
                    <a:pt x="89526" y="0"/>
                  </a:moveTo>
                  <a:lnTo>
                    <a:pt x="854111" y="0"/>
                  </a:lnTo>
                  <a:cubicBezTo>
                    <a:pt x="877855" y="0"/>
                    <a:pt x="900626" y="9432"/>
                    <a:pt x="917415" y="26222"/>
                  </a:cubicBezTo>
                  <a:cubicBezTo>
                    <a:pt x="934205" y="43011"/>
                    <a:pt x="943637" y="65782"/>
                    <a:pt x="943637" y="89526"/>
                  </a:cubicBezTo>
                  <a:lnTo>
                    <a:pt x="943637" y="89526"/>
                  </a:lnTo>
                  <a:cubicBezTo>
                    <a:pt x="943637" y="113270"/>
                    <a:pt x="934205" y="136041"/>
                    <a:pt x="917415" y="152830"/>
                  </a:cubicBezTo>
                  <a:cubicBezTo>
                    <a:pt x="900626" y="169620"/>
                    <a:pt x="877855" y="179052"/>
                    <a:pt x="854111" y="179052"/>
                  </a:cubicBezTo>
                  <a:lnTo>
                    <a:pt x="89526" y="179052"/>
                  </a:lnTo>
                  <a:cubicBezTo>
                    <a:pt x="65782" y="179052"/>
                    <a:pt x="43011" y="169620"/>
                    <a:pt x="26222" y="152830"/>
                  </a:cubicBezTo>
                  <a:cubicBezTo>
                    <a:pt x="9432" y="136041"/>
                    <a:pt x="0" y="113270"/>
                    <a:pt x="0" y="89526"/>
                  </a:cubicBezTo>
                  <a:lnTo>
                    <a:pt x="0" y="89526"/>
                  </a:lnTo>
                  <a:cubicBezTo>
                    <a:pt x="0" y="65782"/>
                    <a:pt x="9432" y="43011"/>
                    <a:pt x="26222" y="26222"/>
                  </a:cubicBezTo>
                  <a:cubicBezTo>
                    <a:pt x="43011" y="9432"/>
                    <a:pt x="65782" y="0"/>
                    <a:pt x="89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43637" cy="226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107148" y="5284419"/>
            <a:ext cx="3331096" cy="35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138" b="true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cargo 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882094" y="3320944"/>
            <a:ext cx="2343055" cy="765631"/>
            <a:chOff x="0" y="0"/>
            <a:chExt cx="617101" cy="2016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7101" cy="201648"/>
            </a:xfrm>
            <a:custGeom>
              <a:avLst/>
              <a:gdLst/>
              <a:ahLst/>
              <a:cxnLst/>
              <a:rect r="r" b="b" t="t" l="l"/>
              <a:pathLst>
                <a:path h="201648" w="617101">
                  <a:moveTo>
                    <a:pt x="100824" y="0"/>
                  </a:moveTo>
                  <a:lnTo>
                    <a:pt x="516277" y="0"/>
                  </a:lnTo>
                  <a:cubicBezTo>
                    <a:pt x="543017" y="0"/>
                    <a:pt x="568662" y="10622"/>
                    <a:pt x="587570" y="29531"/>
                  </a:cubicBezTo>
                  <a:cubicBezTo>
                    <a:pt x="606478" y="48439"/>
                    <a:pt x="617101" y="74084"/>
                    <a:pt x="617101" y="100824"/>
                  </a:cubicBezTo>
                  <a:lnTo>
                    <a:pt x="617101" y="100824"/>
                  </a:lnTo>
                  <a:cubicBezTo>
                    <a:pt x="617101" y="127564"/>
                    <a:pt x="606478" y="153209"/>
                    <a:pt x="587570" y="172117"/>
                  </a:cubicBezTo>
                  <a:cubicBezTo>
                    <a:pt x="568662" y="191025"/>
                    <a:pt x="543017" y="201648"/>
                    <a:pt x="516277" y="201648"/>
                  </a:cubicBezTo>
                  <a:lnTo>
                    <a:pt x="100824" y="201648"/>
                  </a:lnTo>
                  <a:cubicBezTo>
                    <a:pt x="74084" y="201648"/>
                    <a:pt x="48439" y="191025"/>
                    <a:pt x="29531" y="172117"/>
                  </a:cubicBezTo>
                  <a:cubicBezTo>
                    <a:pt x="10622" y="153209"/>
                    <a:pt x="0" y="127564"/>
                    <a:pt x="0" y="100824"/>
                  </a:cubicBezTo>
                  <a:lnTo>
                    <a:pt x="0" y="100824"/>
                  </a:lnTo>
                  <a:cubicBezTo>
                    <a:pt x="0" y="74084"/>
                    <a:pt x="10622" y="48439"/>
                    <a:pt x="29531" y="29531"/>
                  </a:cubicBezTo>
                  <a:cubicBezTo>
                    <a:pt x="48439" y="10622"/>
                    <a:pt x="74084" y="0"/>
                    <a:pt x="10082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17101" cy="24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373332" y="3321349"/>
            <a:ext cx="1360578" cy="7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b="true" sz="2138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ID da empresa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882094" y="6134172"/>
            <a:ext cx="6450108" cy="701721"/>
            <a:chOff x="0" y="0"/>
            <a:chExt cx="1698794" cy="1848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98794" cy="184815"/>
            </a:xfrm>
            <a:custGeom>
              <a:avLst/>
              <a:gdLst/>
              <a:ahLst/>
              <a:cxnLst/>
              <a:rect r="r" b="b" t="t" l="l"/>
              <a:pathLst>
                <a:path h="184815" w="1698794">
                  <a:moveTo>
                    <a:pt x="61214" y="0"/>
                  </a:moveTo>
                  <a:lnTo>
                    <a:pt x="1637580" y="0"/>
                  </a:lnTo>
                  <a:cubicBezTo>
                    <a:pt x="1653815" y="0"/>
                    <a:pt x="1669385" y="6449"/>
                    <a:pt x="1680865" y="17929"/>
                  </a:cubicBezTo>
                  <a:cubicBezTo>
                    <a:pt x="1692345" y="29409"/>
                    <a:pt x="1698794" y="44979"/>
                    <a:pt x="1698794" y="61214"/>
                  </a:cubicBezTo>
                  <a:lnTo>
                    <a:pt x="1698794" y="123601"/>
                  </a:lnTo>
                  <a:cubicBezTo>
                    <a:pt x="1698794" y="139836"/>
                    <a:pt x="1692345" y="155406"/>
                    <a:pt x="1680865" y="166886"/>
                  </a:cubicBezTo>
                  <a:cubicBezTo>
                    <a:pt x="1669385" y="178366"/>
                    <a:pt x="1653815" y="184815"/>
                    <a:pt x="1637580" y="184815"/>
                  </a:cubicBezTo>
                  <a:lnTo>
                    <a:pt x="61214" y="184815"/>
                  </a:lnTo>
                  <a:cubicBezTo>
                    <a:pt x="44979" y="184815"/>
                    <a:pt x="29409" y="178366"/>
                    <a:pt x="17929" y="166886"/>
                  </a:cubicBezTo>
                  <a:cubicBezTo>
                    <a:pt x="6449" y="155406"/>
                    <a:pt x="0" y="139836"/>
                    <a:pt x="0" y="123601"/>
                  </a:cubicBezTo>
                  <a:lnTo>
                    <a:pt x="0" y="61214"/>
                  </a:lnTo>
                  <a:cubicBezTo>
                    <a:pt x="0" y="44979"/>
                    <a:pt x="6449" y="29409"/>
                    <a:pt x="17929" y="17929"/>
                  </a:cubicBezTo>
                  <a:cubicBezTo>
                    <a:pt x="29409" y="6449"/>
                    <a:pt x="44979" y="0"/>
                    <a:pt x="6121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698794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473549" y="6206323"/>
            <a:ext cx="5359281" cy="52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1533" b="true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Visualizar dados: (Botão que redicionaria para a página onde se encontra esses dados para visualização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882094" y="4418698"/>
            <a:ext cx="2343055" cy="1518178"/>
            <a:chOff x="0" y="0"/>
            <a:chExt cx="617101" cy="3998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7101" cy="399849"/>
            </a:xfrm>
            <a:custGeom>
              <a:avLst/>
              <a:gdLst/>
              <a:ahLst/>
              <a:cxnLst/>
              <a:rect r="r" b="b" t="t" l="l"/>
              <a:pathLst>
                <a:path h="399849" w="617101">
                  <a:moveTo>
                    <a:pt x="168514" y="0"/>
                  </a:moveTo>
                  <a:lnTo>
                    <a:pt x="448587" y="0"/>
                  </a:lnTo>
                  <a:cubicBezTo>
                    <a:pt x="493279" y="0"/>
                    <a:pt x="536142" y="17754"/>
                    <a:pt x="567744" y="49357"/>
                  </a:cubicBezTo>
                  <a:cubicBezTo>
                    <a:pt x="599347" y="80959"/>
                    <a:pt x="617101" y="123821"/>
                    <a:pt x="617101" y="168514"/>
                  </a:cubicBezTo>
                  <a:lnTo>
                    <a:pt x="617101" y="231335"/>
                  </a:lnTo>
                  <a:cubicBezTo>
                    <a:pt x="617101" y="276028"/>
                    <a:pt x="599347" y="318890"/>
                    <a:pt x="567744" y="350493"/>
                  </a:cubicBezTo>
                  <a:cubicBezTo>
                    <a:pt x="536142" y="382095"/>
                    <a:pt x="493279" y="399849"/>
                    <a:pt x="448587" y="399849"/>
                  </a:cubicBezTo>
                  <a:lnTo>
                    <a:pt x="168514" y="399849"/>
                  </a:lnTo>
                  <a:cubicBezTo>
                    <a:pt x="123821" y="399849"/>
                    <a:pt x="80959" y="382095"/>
                    <a:pt x="49357" y="350493"/>
                  </a:cubicBezTo>
                  <a:cubicBezTo>
                    <a:pt x="17754" y="318890"/>
                    <a:pt x="0" y="276028"/>
                    <a:pt x="0" y="231335"/>
                  </a:cubicBezTo>
                  <a:lnTo>
                    <a:pt x="0" y="168514"/>
                  </a:lnTo>
                  <a:cubicBezTo>
                    <a:pt x="0" y="123821"/>
                    <a:pt x="17754" y="80959"/>
                    <a:pt x="49357" y="49357"/>
                  </a:cubicBezTo>
                  <a:cubicBezTo>
                    <a:pt x="80959" y="17754"/>
                    <a:pt x="123821" y="0"/>
                    <a:pt x="16851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17101" cy="447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6127713" y="4735151"/>
            <a:ext cx="1851816" cy="90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sz="1315" b="true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data e turno de trabalho (atualiza conforme o calendario) (opcional)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75774" y="-117270"/>
            <a:ext cx="13449262" cy="11328455"/>
            <a:chOff x="0" y="0"/>
            <a:chExt cx="96496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96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65">
                  <a:moveTo>
                    <a:pt x="0" y="0"/>
                  </a:moveTo>
                  <a:lnTo>
                    <a:pt x="964965" y="0"/>
                  </a:lnTo>
                  <a:lnTo>
                    <a:pt x="964965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622141" y="-1168199"/>
            <a:ext cx="10114222" cy="2196899"/>
            <a:chOff x="0" y="0"/>
            <a:chExt cx="2663828" cy="5786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3828" cy="578607"/>
            </a:xfrm>
            <a:custGeom>
              <a:avLst/>
              <a:gdLst/>
              <a:ahLst/>
              <a:cxnLst/>
              <a:rect r="r" b="b" t="t" l="l"/>
              <a:pathLst>
                <a:path h="578607" w="2663828">
                  <a:moveTo>
                    <a:pt x="39038" y="0"/>
                  </a:moveTo>
                  <a:lnTo>
                    <a:pt x="2624790" y="0"/>
                  </a:lnTo>
                  <a:cubicBezTo>
                    <a:pt x="2646350" y="0"/>
                    <a:pt x="2663828" y="17478"/>
                    <a:pt x="2663828" y="39038"/>
                  </a:cubicBezTo>
                  <a:lnTo>
                    <a:pt x="2663828" y="539569"/>
                  </a:lnTo>
                  <a:cubicBezTo>
                    <a:pt x="2663828" y="561129"/>
                    <a:pt x="2646350" y="578607"/>
                    <a:pt x="2624790" y="578607"/>
                  </a:cubicBezTo>
                  <a:lnTo>
                    <a:pt x="39038" y="578607"/>
                  </a:lnTo>
                  <a:cubicBezTo>
                    <a:pt x="28684" y="578607"/>
                    <a:pt x="18755" y="574494"/>
                    <a:pt x="11434" y="567173"/>
                  </a:cubicBezTo>
                  <a:cubicBezTo>
                    <a:pt x="4113" y="559852"/>
                    <a:pt x="0" y="549923"/>
                    <a:pt x="0" y="539569"/>
                  </a:cubicBezTo>
                  <a:lnTo>
                    <a:pt x="0" y="39038"/>
                  </a:lnTo>
                  <a:cubicBezTo>
                    <a:pt x="0" y="28684"/>
                    <a:pt x="4113" y="18755"/>
                    <a:pt x="11434" y="11434"/>
                  </a:cubicBezTo>
                  <a:cubicBezTo>
                    <a:pt x="18755" y="4113"/>
                    <a:pt x="28684" y="0"/>
                    <a:pt x="39038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63828" cy="61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0408" y="191777"/>
            <a:ext cx="657785" cy="6577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47788" y="191777"/>
            <a:ext cx="657785" cy="6577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61403" y="191777"/>
            <a:ext cx="657785" cy="65778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456305" y="1644447"/>
            <a:ext cx="9375390" cy="6572024"/>
            <a:chOff x="0" y="0"/>
            <a:chExt cx="2469238" cy="1730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9238" cy="1730903"/>
            </a:xfrm>
            <a:custGeom>
              <a:avLst/>
              <a:gdLst/>
              <a:ahLst/>
              <a:cxnLst/>
              <a:rect r="r" b="b" t="t" l="l"/>
              <a:pathLst>
                <a:path h="1730903" w="2469238">
                  <a:moveTo>
                    <a:pt x="42114" y="0"/>
                  </a:moveTo>
                  <a:lnTo>
                    <a:pt x="2427124" y="0"/>
                  </a:lnTo>
                  <a:cubicBezTo>
                    <a:pt x="2438294" y="0"/>
                    <a:pt x="2449006" y="4437"/>
                    <a:pt x="2456904" y="12335"/>
                  </a:cubicBezTo>
                  <a:cubicBezTo>
                    <a:pt x="2464801" y="20233"/>
                    <a:pt x="2469238" y="30945"/>
                    <a:pt x="2469238" y="42114"/>
                  </a:cubicBezTo>
                  <a:lnTo>
                    <a:pt x="2469238" y="1688789"/>
                  </a:lnTo>
                  <a:cubicBezTo>
                    <a:pt x="2469238" y="1712048"/>
                    <a:pt x="2450383" y="1730903"/>
                    <a:pt x="2427124" y="1730903"/>
                  </a:cubicBezTo>
                  <a:lnTo>
                    <a:pt x="42114" y="1730903"/>
                  </a:lnTo>
                  <a:cubicBezTo>
                    <a:pt x="18855" y="1730903"/>
                    <a:pt x="0" y="1712048"/>
                    <a:pt x="0" y="1688789"/>
                  </a:cubicBezTo>
                  <a:lnTo>
                    <a:pt x="0" y="42114"/>
                  </a:lnTo>
                  <a:cubicBezTo>
                    <a:pt x="0" y="30945"/>
                    <a:pt x="4437" y="20233"/>
                    <a:pt x="12335" y="12335"/>
                  </a:cubicBezTo>
                  <a:cubicBezTo>
                    <a:pt x="20233" y="4437"/>
                    <a:pt x="30945" y="0"/>
                    <a:pt x="42114" y="0"/>
                  </a:cubicBezTo>
                  <a:close/>
                </a:path>
              </a:pathLst>
            </a:custGeom>
            <a:solidFill>
              <a:srgbClr val="15131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69238" cy="1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829911" y="2532947"/>
            <a:ext cx="6628179" cy="3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071">
                <a:solidFill>
                  <a:srgbClr val="906B19"/>
                </a:solidFill>
                <a:latin typeface="Nunito Bold"/>
                <a:ea typeface="Nunito Bold"/>
                <a:cs typeface="Nunito Bold"/>
                <a:sym typeface="Nunito Bold"/>
              </a:rPr>
              <a:t>Perfil (ADM)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635029" y="3215330"/>
            <a:ext cx="3644990" cy="761060"/>
            <a:chOff x="0" y="0"/>
            <a:chExt cx="959997" cy="2004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9997" cy="200444"/>
            </a:xfrm>
            <a:custGeom>
              <a:avLst/>
              <a:gdLst/>
              <a:ahLst/>
              <a:cxnLst/>
              <a:rect r="r" b="b" t="t" l="l"/>
              <a:pathLst>
                <a:path h="200444" w="959997">
                  <a:moveTo>
                    <a:pt x="100222" y="0"/>
                  </a:moveTo>
                  <a:lnTo>
                    <a:pt x="859775" y="0"/>
                  </a:lnTo>
                  <a:cubicBezTo>
                    <a:pt x="915126" y="0"/>
                    <a:pt x="959997" y="44871"/>
                    <a:pt x="959997" y="100222"/>
                  </a:cubicBezTo>
                  <a:lnTo>
                    <a:pt x="959997" y="100222"/>
                  </a:lnTo>
                  <a:cubicBezTo>
                    <a:pt x="959997" y="126802"/>
                    <a:pt x="949438" y="152294"/>
                    <a:pt x="930643" y="171090"/>
                  </a:cubicBezTo>
                  <a:cubicBezTo>
                    <a:pt x="911848" y="189885"/>
                    <a:pt x="886356" y="200444"/>
                    <a:pt x="859775" y="200444"/>
                  </a:cubicBezTo>
                  <a:lnTo>
                    <a:pt x="100222" y="200444"/>
                  </a:lnTo>
                  <a:cubicBezTo>
                    <a:pt x="44871" y="200444"/>
                    <a:pt x="0" y="155573"/>
                    <a:pt x="0" y="100222"/>
                  </a:cubicBezTo>
                  <a:lnTo>
                    <a:pt x="0" y="100222"/>
                  </a:lnTo>
                  <a:cubicBezTo>
                    <a:pt x="0" y="44871"/>
                    <a:pt x="44871" y="0"/>
                    <a:pt x="10022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59997" cy="248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791976" y="3396860"/>
            <a:ext cx="3331096" cy="35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b="true" sz="2138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email(não alterável)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697148" y="4201072"/>
            <a:ext cx="3582871" cy="701721"/>
            <a:chOff x="0" y="0"/>
            <a:chExt cx="943637" cy="1848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3637" cy="184815"/>
            </a:xfrm>
            <a:custGeom>
              <a:avLst/>
              <a:gdLst/>
              <a:ahLst/>
              <a:cxnLst/>
              <a:rect r="r" b="b" t="t" l="l"/>
              <a:pathLst>
                <a:path h="184815" w="943637">
                  <a:moveTo>
                    <a:pt x="92408" y="0"/>
                  </a:moveTo>
                  <a:lnTo>
                    <a:pt x="851229" y="0"/>
                  </a:lnTo>
                  <a:cubicBezTo>
                    <a:pt x="902265" y="0"/>
                    <a:pt x="943637" y="41372"/>
                    <a:pt x="943637" y="92408"/>
                  </a:cubicBezTo>
                  <a:lnTo>
                    <a:pt x="943637" y="92408"/>
                  </a:lnTo>
                  <a:cubicBezTo>
                    <a:pt x="943637" y="143443"/>
                    <a:pt x="902265" y="184815"/>
                    <a:pt x="851229" y="184815"/>
                  </a:cubicBezTo>
                  <a:lnTo>
                    <a:pt x="92408" y="184815"/>
                  </a:lnTo>
                  <a:cubicBezTo>
                    <a:pt x="41372" y="184815"/>
                    <a:pt x="0" y="143443"/>
                    <a:pt x="0" y="92408"/>
                  </a:cubicBezTo>
                  <a:lnTo>
                    <a:pt x="0" y="92408"/>
                  </a:lnTo>
                  <a:cubicBezTo>
                    <a:pt x="0" y="41372"/>
                    <a:pt x="41372" y="0"/>
                    <a:pt x="924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43637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829911" y="3625875"/>
            <a:ext cx="2343055" cy="765631"/>
            <a:chOff x="0" y="0"/>
            <a:chExt cx="617101" cy="201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7101" cy="201648"/>
            </a:xfrm>
            <a:custGeom>
              <a:avLst/>
              <a:gdLst/>
              <a:ahLst/>
              <a:cxnLst/>
              <a:rect r="r" b="b" t="t" l="l"/>
              <a:pathLst>
                <a:path h="201648" w="617101">
                  <a:moveTo>
                    <a:pt x="100824" y="0"/>
                  </a:moveTo>
                  <a:lnTo>
                    <a:pt x="516277" y="0"/>
                  </a:lnTo>
                  <a:cubicBezTo>
                    <a:pt x="543017" y="0"/>
                    <a:pt x="568662" y="10622"/>
                    <a:pt x="587570" y="29531"/>
                  </a:cubicBezTo>
                  <a:cubicBezTo>
                    <a:pt x="606478" y="48439"/>
                    <a:pt x="617101" y="74084"/>
                    <a:pt x="617101" y="100824"/>
                  </a:cubicBezTo>
                  <a:lnTo>
                    <a:pt x="617101" y="100824"/>
                  </a:lnTo>
                  <a:cubicBezTo>
                    <a:pt x="617101" y="127564"/>
                    <a:pt x="606478" y="153209"/>
                    <a:pt x="587570" y="172117"/>
                  </a:cubicBezTo>
                  <a:cubicBezTo>
                    <a:pt x="568662" y="191025"/>
                    <a:pt x="543017" y="201648"/>
                    <a:pt x="516277" y="201648"/>
                  </a:cubicBezTo>
                  <a:lnTo>
                    <a:pt x="100824" y="201648"/>
                  </a:lnTo>
                  <a:cubicBezTo>
                    <a:pt x="74084" y="201648"/>
                    <a:pt x="48439" y="191025"/>
                    <a:pt x="29531" y="172117"/>
                  </a:cubicBezTo>
                  <a:cubicBezTo>
                    <a:pt x="10622" y="153209"/>
                    <a:pt x="0" y="127564"/>
                    <a:pt x="0" y="100824"/>
                  </a:cubicBezTo>
                  <a:lnTo>
                    <a:pt x="0" y="100824"/>
                  </a:lnTo>
                  <a:cubicBezTo>
                    <a:pt x="0" y="74084"/>
                    <a:pt x="10622" y="48439"/>
                    <a:pt x="29531" y="29531"/>
                  </a:cubicBezTo>
                  <a:cubicBezTo>
                    <a:pt x="48439" y="10622"/>
                    <a:pt x="74084" y="0"/>
                    <a:pt x="10082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17101" cy="24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321149" y="3664786"/>
            <a:ext cx="1360578" cy="7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b="true" sz="2138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ID da empresa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57443" y="4244944"/>
            <a:ext cx="2062281" cy="57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8"/>
              </a:lnSpc>
            </a:pPr>
            <a:r>
              <a:rPr lang="en-US" b="true" sz="1670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usuário(não alterável)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051826" y="7072247"/>
            <a:ext cx="2221915" cy="625742"/>
            <a:chOff x="0" y="0"/>
            <a:chExt cx="585196" cy="1648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196" cy="164804"/>
            </a:xfrm>
            <a:custGeom>
              <a:avLst/>
              <a:gdLst/>
              <a:ahLst/>
              <a:cxnLst/>
              <a:rect r="r" b="b" t="t" l="l"/>
              <a:pathLst>
                <a:path h="164804" w="585196">
                  <a:moveTo>
                    <a:pt x="82402" y="0"/>
                  </a:moveTo>
                  <a:lnTo>
                    <a:pt x="502794" y="0"/>
                  </a:lnTo>
                  <a:cubicBezTo>
                    <a:pt x="524648" y="0"/>
                    <a:pt x="545607" y="8682"/>
                    <a:pt x="561061" y="24135"/>
                  </a:cubicBezTo>
                  <a:cubicBezTo>
                    <a:pt x="576514" y="39588"/>
                    <a:pt x="585196" y="60548"/>
                    <a:pt x="585196" y="82402"/>
                  </a:cubicBezTo>
                  <a:lnTo>
                    <a:pt x="585196" y="82402"/>
                  </a:lnTo>
                  <a:cubicBezTo>
                    <a:pt x="585196" y="104257"/>
                    <a:pt x="576514" y="125216"/>
                    <a:pt x="561061" y="140669"/>
                  </a:cubicBezTo>
                  <a:cubicBezTo>
                    <a:pt x="545607" y="156123"/>
                    <a:pt x="524648" y="164804"/>
                    <a:pt x="502794" y="164804"/>
                  </a:cubicBezTo>
                  <a:lnTo>
                    <a:pt x="82402" y="164804"/>
                  </a:lnTo>
                  <a:cubicBezTo>
                    <a:pt x="60548" y="164804"/>
                    <a:pt x="39588" y="156123"/>
                    <a:pt x="24135" y="140669"/>
                  </a:cubicBezTo>
                  <a:cubicBezTo>
                    <a:pt x="8682" y="125216"/>
                    <a:pt x="0" y="104257"/>
                    <a:pt x="0" y="82402"/>
                  </a:cubicBezTo>
                  <a:lnTo>
                    <a:pt x="0" y="82402"/>
                  </a:lnTo>
                  <a:cubicBezTo>
                    <a:pt x="0" y="60548"/>
                    <a:pt x="8682" y="39588"/>
                    <a:pt x="24135" y="24135"/>
                  </a:cubicBezTo>
                  <a:cubicBezTo>
                    <a:pt x="39588" y="8682"/>
                    <a:pt x="60548" y="0"/>
                    <a:pt x="8240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85196" cy="21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836984" y="7178269"/>
            <a:ext cx="2651600" cy="36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"/>
              </a:lnSpc>
            </a:pPr>
            <a:r>
              <a:rPr lang="en-US" sz="2147" b="true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sair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829911" y="5127474"/>
            <a:ext cx="6450108" cy="701721"/>
            <a:chOff x="0" y="0"/>
            <a:chExt cx="1698794" cy="1848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98794" cy="184815"/>
            </a:xfrm>
            <a:custGeom>
              <a:avLst/>
              <a:gdLst/>
              <a:ahLst/>
              <a:cxnLst/>
              <a:rect r="r" b="b" t="t" l="l"/>
              <a:pathLst>
                <a:path h="184815" w="1698794">
                  <a:moveTo>
                    <a:pt x="61214" y="0"/>
                  </a:moveTo>
                  <a:lnTo>
                    <a:pt x="1637580" y="0"/>
                  </a:lnTo>
                  <a:cubicBezTo>
                    <a:pt x="1653815" y="0"/>
                    <a:pt x="1669385" y="6449"/>
                    <a:pt x="1680865" y="17929"/>
                  </a:cubicBezTo>
                  <a:cubicBezTo>
                    <a:pt x="1692345" y="29409"/>
                    <a:pt x="1698794" y="44979"/>
                    <a:pt x="1698794" y="61214"/>
                  </a:cubicBezTo>
                  <a:lnTo>
                    <a:pt x="1698794" y="123601"/>
                  </a:lnTo>
                  <a:cubicBezTo>
                    <a:pt x="1698794" y="139836"/>
                    <a:pt x="1692345" y="155406"/>
                    <a:pt x="1680865" y="166886"/>
                  </a:cubicBezTo>
                  <a:cubicBezTo>
                    <a:pt x="1669385" y="178366"/>
                    <a:pt x="1653815" y="184815"/>
                    <a:pt x="1637580" y="184815"/>
                  </a:cubicBezTo>
                  <a:lnTo>
                    <a:pt x="61214" y="184815"/>
                  </a:lnTo>
                  <a:cubicBezTo>
                    <a:pt x="44979" y="184815"/>
                    <a:pt x="29409" y="178366"/>
                    <a:pt x="17929" y="166886"/>
                  </a:cubicBezTo>
                  <a:cubicBezTo>
                    <a:pt x="6449" y="155406"/>
                    <a:pt x="0" y="139836"/>
                    <a:pt x="0" y="123601"/>
                  </a:cubicBezTo>
                  <a:lnTo>
                    <a:pt x="0" y="61214"/>
                  </a:lnTo>
                  <a:cubicBezTo>
                    <a:pt x="0" y="44979"/>
                    <a:pt x="6449" y="29409"/>
                    <a:pt x="17929" y="17929"/>
                  </a:cubicBezTo>
                  <a:cubicBezTo>
                    <a:pt x="29409" y="6449"/>
                    <a:pt x="44979" y="0"/>
                    <a:pt x="6121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698794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321149" y="5199624"/>
            <a:ext cx="5359281" cy="52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1533" b="true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Alterar dados: (Botão que redicionaria para a página onde se encontra esses dados para alterar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829911" y="6057795"/>
            <a:ext cx="6450108" cy="701721"/>
            <a:chOff x="0" y="0"/>
            <a:chExt cx="1698794" cy="1848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98794" cy="184815"/>
            </a:xfrm>
            <a:custGeom>
              <a:avLst/>
              <a:gdLst/>
              <a:ahLst/>
              <a:cxnLst/>
              <a:rect r="r" b="b" t="t" l="l"/>
              <a:pathLst>
                <a:path h="184815" w="1698794">
                  <a:moveTo>
                    <a:pt x="61214" y="0"/>
                  </a:moveTo>
                  <a:lnTo>
                    <a:pt x="1637580" y="0"/>
                  </a:lnTo>
                  <a:cubicBezTo>
                    <a:pt x="1653815" y="0"/>
                    <a:pt x="1669385" y="6449"/>
                    <a:pt x="1680865" y="17929"/>
                  </a:cubicBezTo>
                  <a:cubicBezTo>
                    <a:pt x="1692345" y="29409"/>
                    <a:pt x="1698794" y="44979"/>
                    <a:pt x="1698794" y="61214"/>
                  </a:cubicBezTo>
                  <a:lnTo>
                    <a:pt x="1698794" y="123601"/>
                  </a:lnTo>
                  <a:cubicBezTo>
                    <a:pt x="1698794" y="139836"/>
                    <a:pt x="1692345" y="155406"/>
                    <a:pt x="1680865" y="166886"/>
                  </a:cubicBezTo>
                  <a:cubicBezTo>
                    <a:pt x="1669385" y="178366"/>
                    <a:pt x="1653815" y="184815"/>
                    <a:pt x="1637580" y="184815"/>
                  </a:cubicBezTo>
                  <a:lnTo>
                    <a:pt x="61214" y="184815"/>
                  </a:lnTo>
                  <a:cubicBezTo>
                    <a:pt x="44979" y="184815"/>
                    <a:pt x="29409" y="178366"/>
                    <a:pt x="17929" y="166886"/>
                  </a:cubicBezTo>
                  <a:cubicBezTo>
                    <a:pt x="6449" y="155406"/>
                    <a:pt x="0" y="139836"/>
                    <a:pt x="0" y="123601"/>
                  </a:cubicBezTo>
                  <a:lnTo>
                    <a:pt x="0" y="61214"/>
                  </a:lnTo>
                  <a:cubicBezTo>
                    <a:pt x="0" y="44979"/>
                    <a:pt x="6449" y="29409"/>
                    <a:pt x="17929" y="17929"/>
                  </a:cubicBezTo>
                  <a:cubicBezTo>
                    <a:pt x="29409" y="6449"/>
                    <a:pt x="44979" y="0"/>
                    <a:pt x="6121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698794" cy="23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469724" y="6181620"/>
            <a:ext cx="7386119" cy="35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8"/>
              </a:lnSpc>
            </a:pPr>
            <a:r>
              <a:rPr lang="en-US" sz="2113" b="true">
                <a:solidFill>
                  <a:srgbClr val="545454">
                    <a:alpha val="78824"/>
                  </a:srgbClr>
                </a:solidFill>
                <a:latin typeface="Nunito Bold"/>
                <a:ea typeface="Nunito Bold"/>
                <a:cs typeface="Nunito Bold"/>
                <a:sym typeface="Nunito Bold"/>
              </a:rPr>
              <a:t>gerar relatório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DAG0qVcNHw0</dc:identifier>
  <dcterms:modified xsi:type="dcterms:W3CDTF">2011-08-01T06:04:30Z</dcterms:modified>
  <cp:revision>1</cp:revision>
  <dc:title>Protótipo - Paradígmas</dc:title>
</cp:coreProperties>
</file>